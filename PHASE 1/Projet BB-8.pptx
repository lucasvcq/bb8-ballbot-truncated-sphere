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Bai Jamjuree SemiBold"/>
      <p:regular r:id="rId14"/>
      <p:bold r:id="rId15"/>
      <p:italic r:id="rId16"/>
      <p:boldItalic r:id="rId17"/>
    </p:embeddedFont>
    <p:embeddedFont>
      <p:font typeface="Bai Jamjuree"/>
      <p:regular r:id="rId18"/>
      <p:bold r:id="rId19"/>
      <p:italic r:id="rId20"/>
      <p:boldItalic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iJamjuree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BaiJamjuree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BaiJamjureeSemiBold-bold.fntdata"/><Relationship Id="rId14" Type="http://schemas.openxmlformats.org/officeDocument/2006/relationships/font" Target="fonts/BaiJamjureeSemiBold-regular.fntdata"/><Relationship Id="rId17" Type="http://schemas.openxmlformats.org/officeDocument/2006/relationships/font" Target="fonts/BaiJamjureeSemiBold-boldItalic.fntdata"/><Relationship Id="rId16" Type="http://schemas.openxmlformats.org/officeDocument/2006/relationships/font" Target="fonts/BaiJamjureeSemiBold-italic.fntdata"/><Relationship Id="rId19" Type="http://schemas.openxmlformats.org/officeDocument/2006/relationships/font" Target="fonts/BaiJamjuree-bold.fntdata"/><Relationship Id="rId18" Type="http://schemas.openxmlformats.org/officeDocument/2006/relationships/font" Target="fonts/BaiJamjure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0b069d244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30b069d244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0ce890413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0ce890413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30b069d244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30b069d244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0b069d244f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30b069d244f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0ce890413e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30ce890413e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30b069d244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30b069d244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30ce890413e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30ce890413e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0393" y="416850"/>
            <a:ext cx="87258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flipH="1">
            <a:off x="2627889" y="4175077"/>
            <a:ext cx="1381816" cy="1381851"/>
            <a:chOff x="3263475" y="934700"/>
            <a:chExt cx="986800" cy="986825"/>
          </a:xfrm>
        </p:grpSpPr>
        <p:sp>
          <p:nvSpPr>
            <p:cNvPr id="12" name="Google Shape;12;p2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8366180" y="314000"/>
            <a:ext cx="1067600" cy="1145300"/>
            <a:chOff x="5464750" y="3457150"/>
            <a:chExt cx="1067600" cy="1145300"/>
          </a:xfrm>
        </p:grpSpPr>
        <p:cxnSp>
          <p:nvCxnSpPr>
            <p:cNvPr id="30" name="Google Shape;30;p2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" name="Google Shape;31;p2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" name="Google Shape;32;p2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" name="Google Shape;33;p2"/>
          <p:cNvGrpSpPr/>
          <p:nvPr/>
        </p:nvGrpSpPr>
        <p:grpSpPr>
          <a:xfrm>
            <a:off x="-209757" y="3818188"/>
            <a:ext cx="1067600" cy="1145300"/>
            <a:chOff x="5464750" y="3457150"/>
            <a:chExt cx="1067600" cy="1145300"/>
          </a:xfrm>
        </p:grpSpPr>
        <p:cxnSp>
          <p:nvCxnSpPr>
            <p:cNvPr id="34" name="Google Shape;34;p2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" name="Google Shape;35;p2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" name="Google Shape;36;p2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" name="Google Shape;37;p2"/>
          <p:cNvSpPr txBox="1"/>
          <p:nvPr>
            <p:ph type="ctrTitle"/>
          </p:nvPr>
        </p:nvSpPr>
        <p:spPr>
          <a:xfrm flipH="1">
            <a:off x="635925" y="712775"/>
            <a:ext cx="6510600" cy="182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4400"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2"/>
          <p:cNvSpPr txBox="1"/>
          <p:nvPr>
            <p:ph idx="1" type="subTitle"/>
          </p:nvPr>
        </p:nvSpPr>
        <p:spPr>
          <a:xfrm flipH="1">
            <a:off x="766150" y="2605350"/>
            <a:ext cx="3858300" cy="390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18900044" scaled="0"/>
        </a:gra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 flipH="1">
            <a:off x="-17250" y="771450"/>
            <a:ext cx="8816400" cy="36006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3"/>
          <p:cNvGrpSpPr/>
          <p:nvPr/>
        </p:nvGrpSpPr>
        <p:grpSpPr>
          <a:xfrm>
            <a:off x="1622013" y="4525627"/>
            <a:ext cx="1381816" cy="1381851"/>
            <a:chOff x="3263475" y="934700"/>
            <a:chExt cx="986800" cy="986825"/>
          </a:xfrm>
        </p:grpSpPr>
        <p:sp>
          <p:nvSpPr>
            <p:cNvPr id="43" name="Google Shape;43;p3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" name="Google Shape;60;p3"/>
          <p:cNvGrpSpPr/>
          <p:nvPr/>
        </p:nvGrpSpPr>
        <p:grpSpPr>
          <a:xfrm flipH="1">
            <a:off x="6073163" y="4602450"/>
            <a:ext cx="1067600" cy="1145300"/>
            <a:chOff x="5464750" y="3457150"/>
            <a:chExt cx="1067600" cy="1145300"/>
          </a:xfrm>
        </p:grpSpPr>
        <p:cxnSp>
          <p:nvCxnSpPr>
            <p:cNvPr id="61" name="Google Shape;61;p3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3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3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" name="Google Shape;64;p3"/>
          <p:cNvGrpSpPr/>
          <p:nvPr/>
        </p:nvGrpSpPr>
        <p:grpSpPr>
          <a:xfrm flipH="1">
            <a:off x="3704750" y="-192875"/>
            <a:ext cx="1067600" cy="1145300"/>
            <a:chOff x="5464750" y="3457150"/>
            <a:chExt cx="1067600" cy="1145300"/>
          </a:xfrm>
        </p:grpSpPr>
        <p:cxnSp>
          <p:nvCxnSpPr>
            <p:cNvPr id="65" name="Google Shape;65;p3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3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3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" name="Google Shape;68;p3"/>
          <p:cNvSpPr txBox="1"/>
          <p:nvPr>
            <p:ph type="title"/>
          </p:nvPr>
        </p:nvSpPr>
        <p:spPr>
          <a:xfrm>
            <a:off x="716250" y="2559783"/>
            <a:ext cx="49461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9" name="Google Shape;69;p3"/>
          <p:cNvSpPr txBox="1"/>
          <p:nvPr>
            <p:ph hasCustomPrompt="1" idx="2" type="title"/>
          </p:nvPr>
        </p:nvSpPr>
        <p:spPr>
          <a:xfrm>
            <a:off x="2066250" y="977750"/>
            <a:ext cx="2246100" cy="15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" name="Google Shape;70;p3"/>
          <p:cNvSpPr txBox="1"/>
          <p:nvPr>
            <p:ph idx="1" type="subTitle"/>
          </p:nvPr>
        </p:nvSpPr>
        <p:spPr>
          <a:xfrm>
            <a:off x="864750" y="3345636"/>
            <a:ext cx="4649100" cy="447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18900732" scaled="0"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 flipH="1" rot="10800000">
            <a:off x="2975" y="416850"/>
            <a:ext cx="87258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" name="Google Shape;74;p4"/>
          <p:cNvGrpSpPr/>
          <p:nvPr/>
        </p:nvGrpSpPr>
        <p:grpSpPr>
          <a:xfrm flipH="1">
            <a:off x="7366013" y="-272050"/>
            <a:ext cx="1067600" cy="1145300"/>
            <a:chOff x="5464750" y="3457150"/>
            <a:chExt cx="1067600" cy="1145300"/>
          </a:xfrm>
        </p:grpSpPr>
        <p:cxnSp>
          <p:nvCxnSpPr>
            <p:cNvPr id="75" name="Google Shape;75;p4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8" name="Google Shape;78;p4"/>
          <p:cNvGrpSpPr/>
          <p:nvPr/>
        </p:nvGrpSpPr>
        <p:grpSpPr>
          <a:xfrm flipH="1">
            <a:off x="4358563" y="4360625"/>
            <a:ext cx="1067600" cy="1145300"/>
            <a:chOff x="5464750" y="3457150"/>
            <a:chExt cx="1067600" cy="1145300"/>
          </a:xfrm>
        </p:grpSpPr>
        <p:cxnSp>
          <p:nvCxnSpPr>
            <p:cNvPr id="79" name="Google Shape;79;p4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" name="Google Shape;80;p4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" name="Google Shape;81;p4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2" name="Google Shape;82;p4"/>
          <p:cNvGrpSpPr/>
          <p:nvPr/>
        </p:nvGrpSpPr>
        <p:grpSpPr>
          <a:xfrm>
            <a:off x="-546187" y="1618515"/>
            <a:ext cx="1381816" cy="1381851"/>
            <a:chOff x="3263475" y="934700"/>
            <a:chExt cx="986800" cy="986825"/>
          </a:xfrm>
        </p:grpSpPr>
        <p:sp>
          <p:nvSpPr>
            <p:cNvPr id="83" name="Google Shape;83;p4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4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716225" y="1087150"/>
            <a:ext cx="77115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2700006" scaled="0"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 flipH="1">
            <a:off x="4863664" y="1448091"/>
            <a:ext cx="3020700" cy="37317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 flipH="1">
            <a:off x="1259636" y="1448209"/>
            <a:ext cx="3020700" cy="37317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5"/>
          <p:cNvGrpSpPr/>
          <p:nvPr/>
        </p:nvGrpSpPr>
        <p:grpSpPr>
          <a:xfrm flipH="1">
            <a:off x="-391337" y="3321325"/>
            <a:ext cx="1067600" cy="1145300"/>
            <a:chOff x="5464750" y="3457150"/>
            <a:chExt cx="1067600" cy="1145300"/>
          </a:xfrm>
        </p:grpSpPr>
        <p:cxnSp>
          <p:nvCxnSpPr>
            <p:cNvPr id="107" name="Google Shape;107;p5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" name="Google Shape;108;p5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" name="Google Shape;109;p5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0" name="Google Shape;110;p5"/>
          <p:cNvGrpSpPr/>
          <p:nvPr/>
        </p:nvGrpSpPr>
        <p:grpSpPr>
          <a:xfrm flipH="1">
            <a:off x="8427775" y="4084975"/>
            <a:ext cx="1067600" cy="1145300"/>
            <a:chOff x="5464750" y="3457150"/>
            <a:chExt cx="1067600" cy="1145300"/>
          </a:xfrm>
        </p:grpSpPr>
        <p:cxnSp>
          <p:nvCxnSpPr>
            <p:cNvPr id="111" name="Google Shape;111;p5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" name="Google Shape;112;p5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" name="Google Shape;113;p5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4" name="Google Shape;114;p5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" name="Google Shape;115;p5"/>
          <p:cNvSpPr txBox="1"/>
          <p:nvPr>
            <p:ph idx="1" type="subTitle"/>
          </p:nvPr>
        </p:nvSpPr>
        <p:spPr>
          <a:xfrm>
            <a:off x="1602387" y="2872865"/>
            <a:ext cx="23352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"/>
          <p:cNvSpPr txBox="1"/>
          <p:nvPr>
            <p:ph idx="2" type="subTitle"/>
          </p:nvPr>
        </p:nvSpPr>
        <p:spPr>
          <a:xfrm>
            <a:off x="1602387" y="3129955"/>
            <a:ext cx="2335200" cy="9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"/>
          <p:cNvSpPr txBox="1"/>
          <p:nvPr>
            <p:ph idx="3" type="subTitle"/>
          </p:nvPr>
        </p:nvSpPr>
        <p:spPr>
          <a:xfrm>
            <a:off x="5206413" y="2872865"/>
            <a:ext cx="23352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"/>
          <p:cNvSpPr txBox="1"/>
          <p:nvPr>
            <p:ph idx="4" type="subTitle"/>
          </p:nvPr>
        </p:nvSpPr>
        <p:spPr>
          <a:xfrm>
            <a:off x="5206413" y="3129955"/>
            <a:ext cx="2335200" cy="9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2700006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716225" y="464850"/>
            <a:ext cx="7711500" cy="4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Bai Jamjuree SemiBold"/>
                <a:ea typeface="Bai Jamjuree SemiBold"/>
                <a:cs typeface="Bai Jamjuree SemiBold"/>
                <a:sym typeface="Bai Jamju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2" name="Google Shape;122;p6"/>
          <p:cNvGrpSpPr/>
          <p:nvPr/>
        </p:nvGrpSpPr>
        <p:grpSpPr>
          <a:xfrm>
            <a:off x="8042338" y="-227723"/>
            <a:ext cx="1381816" cy="1381851"/>
            <a:chOff x="3263475" y="934700"/>
            <a:chExt cx="986800" cy="986825"/>
          </a:xfrm>
        </p:grpSpPr>
        <p:sp>
          <p:nvSpPr>
            <p:cNvPr id="123" name="Google Shape;123;p6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6"/>
          <p:cNvGrpSpPr/>
          <p:nvPr/>
        </p:nvGrpSpPr>
        <p:grpSpPr>
          <a:xfrm flipH="1">
            <a:off x="-298787" y="3806000"/>
            <a:ext cx="1067600" cy="1145300"/>
            <a:chOff x="5464750" y="3457150"/>
            <a:chExt cx="1067600" cy="1145300"/>
          </a:xfrm>
        </p:grpSpPr>
        <p:cxnSp>
          <p:nvCxnSpPr>
            <p:cNvPr id="141" name="Google Shape;141;p6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6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6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4" name="Google Shape;144;p6"/>
          <p:cNvGrpSpPr/>
          <p:nvPr/>
        </p:nvGrpSpPr>
        <p:grpSpPr>
          <a:xfrm flipH="1">
            <a:off x="8268800" y="4463175"/>
            <a:ext cx="1067600" cy="1145300"/>
            <a:chOff x="5464750" y="3457150"/>
            <a:chExt cx="1067600" cy="1145300"/>
          </a:xfrm>
        </p:grpSpPr>
        <p:cxnSp>
          <p:nvCxnSpPr>
            <p:cNvPr id="145" name="Google Shape;145;p6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6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6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8" name="Google Shape;14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gradFill>
          <a:gsLst>
            <a:gs pos="0">
              <a:schemeClr val="lt1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 flipH="1" rot="10800000">
            <a:off x="100" y="416850"/>
            <a:ext cx="87258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 txBox="1"/>
          <p:nvPr>
            <p:ph type="title"/>
          </p:nvPr>
        </p:nvSpPr>
        <p:spPr>
          <a:xfrm>
            <a:off x="1021075" y="996691"/>
            <a:ext cx="3353400" cy="18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2" name="Google Shape;152;p7"/>
          <p:cNvSpPr/>
          <p:nvPr>
            <p:ph idx="2" type="pic"/>
          </p:nvPr>
        </p:nvSpPr>
        <p:spPr>
          <a:xfrm>
            <a:off x="5055375" y="411600"/>
            <a:ext cx="3670500" cy="4309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3" name="Google Shape;153;p7"/>
          <p:cNvGrpSpPr/>
          <p:nvPr/>
        </p:nvGrpSpPr>
        <p:grpSpPr>
          <a:xfrm>
            <a:off x="-285132" y="3854138"/>
            <a:ext cx="1067600" cy="1145300"/>
            <a:chOff x="5464750" y="3457150"/>
            <a:chExt cx="1067600" cy="1145300"/>
          </a:xfrm>
        </p:grpSpPr>
        <p:cxnSp>
          <p:nvCxnSpPr>
            <p:cNvPr id="154" name="Google Shape;154;p7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 txBox="1"/>
          <p:nvPr>
            <p:ph idx="1" type="subTitle"/>
          </p:nvPr>
        </p:nvSpPr>
        <p:spPr>
          <a:xfrm>
            <a:off x="1021075" y="2962450"/>
            <a:ext cx="3353400" cy="12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 flipH="1" rot="10800000">
            <a:off x="713100" y="931675"/>
            <a:ext cx="7717800" cy="34542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8"/>
          <p:cNvGrpSpPr/>
          <p:nvPr/>
        </p:nvGrpSpPr>
        <p:grpSpPr>
          <a:xfrm>
            <a:off x="364313" y="4539852"/>
            <a:ext cx="1381816" cy="1381851"/>
            <a:chOff x="3263475" y="934700"/>
            <a:chExt cx="986800" cy="986825"/>
          </a:xfrm>
        </p:grpSpPr>
        <p:sp>
          <p:nvSpPr>
            <p:cNvPr id="162" name="Google Shape;162;p8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8"/>
          <p:cNvGrpSpPr/>
          <p:nvPr/>
        </p:nvGrpSpPr>
        <p:grpSpPr>
          <a:xfrm flipH="1">
            <a:off x="1746113" y="-435975"/>
            <a:ext cx="1067600" cy="1145300"/>
            <a:chOff x="5464750" y="3457150"/>
            <a:chExt cx="1067600" cy="1145300"/>
          </a:xfrm>
        </p:grpSpPr>
        <p:cxnSp>
          <p:nvCxnSpPr>
            <p:cNvPr id="180" name="Google Shape;180;p8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" name="Google Shape;182;p8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3" name="Google Shape;183;p8"/>
          <p:cNvGrpSpPr/>
          <p:nvPr/>
        </p:nvGrpSpPr>
        <p:grpSpPr>
          <a:xfrm flipH="1">
            <a:off x="7680175" y="3783300"/>
            <a:ext cx="1067600" cy="1145300"/>
            <a:chOff x="5464750" y="3457150"/>
            <a:chExt cx="1067600" cy="1145300"/>
          </a:xfrm>
        </p:grpSpPr>
        <p:cxnSp>
          <p:nvCxnSpPr>
            <p:cNvPr id="184" name="Google Shape;184;p8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8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8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7" name="Google Shape;187;p8"/>
          <p:cNvSpPr txBox="1"/>
          <p:nvPr>
            <p:ph type="title"/>
          </p:nvPr>
        </p:nvSpPr>
        <p:spPr>
          <a:xfrm>
            <a:off x="1579200" y="1411200"/>
            <a:ext cx="5985600" cy="23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8" name="Google Shape;188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2700006" scaled="0"/>
        </a:gra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 flipH="1">
            <a:off x="715250" y="1140075"/>
            <a:ext cx="7717800" cy="30306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9"/>
          <p:cNvGrpSpPr/>
          <p:nvPr/>
        </p:nvGrpSpPr>
        <p:grpSpPr>
          <a:xfrm flipH="1">
            <a:off x="5349039" y="4420127"/>
            <a:ext cx="1381816" cy="1381851"/>
            <a:chOff x="3263475" y="934700"/>
            <a:chExt cx="986800" cy="986825"/>
          </a:xfrm>
        </p:grpSpPr>
        <p:sp>
          <p:nvSpPr>
            <p:cNvPr id="192" name="Google Shape;192;p9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" name="Google Shape;209;p9"/>
          <p:cNvGrpSpPr/>
          <p:nvPr/>
        </p:nvGrpSpPr>
        <p:grpSpPr>
          <a:xfrm>
            <a:off x="8366180" y="314000"/>
            <a:ext cx="1067600" cy="1145300"/>
            <a:chOff x="5464750" y="3457150"/>
            <a:chExt cx="1067600" cy="1145300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3" name="Google Shape;213;p9"/>
          <p:cNvGrpSpPr/>
          <p:nvPr/>
        </p:nvGrpSpPr>
        <p:grpSpPr>
          <a:xfrm>
            <a:off x="-209757" y="3818188"/>
            <a:ext cx="1067600" cy="1145300"/>
            <a:chOff x="5464750" y="3457150"/>
            <a:chExt cx="1067600" cy="1145300"/>
          </a:xfrm>
        </p:grpSpPr>
        <p:cxnSp>
          <p:nvCxnSpPr>
            <p:cNvPr id="214" name="Google Shape;214;p9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7" name="Google Shape;217;p9"/>
          <p:cNvGrpSpPr/>
          <p:nvPr/>
        </p:nvGrpSpPr>
        <p:grpSpPr>
          <a:xfrm flipH="1">
            <a:off x="4197537" y="683888"/>
            <a:ext cx="748950" cy="170700"/>
            <a:chOff x="545575" y="515313"/>
            <a:chExt cx="748950" cy="170700"/>
          </a:xfrm>
        </p:grpSpPr>
        <p:sp>
          <p:nvSpPr>
            <p:cNvPr id="218" name="Google Shape;218;p9"/>
            <p:cNvSpPr/>
            <p:nvPr/>
          </p:nvSpPr>
          <p:spPr>
            <a:xfrm>
              <a:off x="545575" y="515313"/>
              <a:ext cx="170700" cy="170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834700" y="515313"/>
              <a:ext cx="170700" cy="170700"/>
            </a:xfrm>
            <a:prstGeom prst="ellipse">
              <a:avLst/>
            </a:prstGeom>
            <a:solidFill>
              <a:srgbClr val="7C6496">
                <a:alpha val="671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1123825" y="515313"/>
              <a:ext cx="170700" cy="170700"/>
            </a:xfrm>
            <a:prstGeom prst="ellipse">
              <a:avLst/>
            </a:prstGeom>
            <a:solidFill>
              <a:srgbClr val="7C6496">
                <a:alpha val="37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p9"/>
          <p:cNvSpPr txBox="1"/>
          <p:nvPr>
            <p:ph type="title"/>
          </p:nvPr>
        </p:nvSpPr>
        <p:spPr>
          <a:xfrm>
            <a:off x="1714750" y="1651532"/>
            <a:ext cx="57144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2" name="Google Shape;222;p9"/>
          <p:cNvSpPr txBox="1"/>
          <p:nvPr>
            <p:ph idx="1" type="subTitle"/>
          </p:nvPr>
        </p:nvSpPr>
        <p:spPr>
          <a:xfrm>
            <a:off x="1714850" y="2276655"/>
            <a:ext cx="5714400" cy="12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 txBox="1"/>
          <p:nvPr>
            <p:ph idx="1" type="body"/>
          </p:nvPr>
        </p:nvSpPr>
        <p:spPr>
          <a:xfrm>
            <a:off x="805800" y="2063400"/>
            <a:ext cx="4152300" cy="10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000">
                <a:latin typeface="Bai Jamjuree"/>
                <a:ea typeface="Bai Jamjuree"/>
                <a:cs typeface="Bai Jamjuree"/>
                <a:sym typeface="Bai Jamjuree"/>
              </a:defRPr>
            </a:lvl1pPr>
          </a:lstStyle>
          <a:p/>
        </p:txBody>
      </p:sp>
      <p:grpSp>
        <p:nvGrpSpPr>
          <p:cNvPr id="226" name="Google Shape;226;p10"/>
          <p:cNvGrpSpPr/>
          <p:nvPr/>
        </p:nvGrpSpPr>
        <p:grpSpPr>
          <a:xfrm>
            <a:off x="1638413" y="-389148"/>
            <a:ext cx="1381816" cy="1381851"/>
            <a:chOff x="3263475" y="934700"/>
            <a:chExt cx="986800" cy="986825"/>
          </a:xfrm>
        </p:grpSpPr>
        <p:sp>
          <p:nvSpPr>
            <p:cNvPr id="227" name="Google Shape;227;p10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0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0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0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" name="Google Shape;244;p10"/>
          <p:cNvGrpSpPr/>
          <p:nvPr/>
        </p:nvGrpSpPr>
        <p:grpSpPr>
          <a:xfrm flipH="1">
            <a:off x="2040138" y="4119750"/>
            <a:ext cx="1067600" cy="1145300"/>
            <a:chOff x="5464750" y="3457150"/>
            <a:chExt cx="1067600" cy="1145300"/>
          </a:xfrm>
        </p:grpSpPr>
        <p:cxnSp>
          <p:nvCxnSpPr>
            <p:cNvPr id="245" name="Google Shape;245;p10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8" name="Google Shape;248;p10"/>
          <p:cNvGrpSpPr/>
          <p:nvPr/>
        </p:nvGrpSpPr>
        <p:grpSpPr>
          <a:xfrm flipH="1">
            <a:off x="8288050" y="2863700"/>
            <a:ext cx="1067600" cy="1145300"/>
            <a:chOff x="5464750" y="3457150"/>
            <a:chExt cx="1067600" cy="1145300"/>
          </a:xfrm>
        </p:grpSpPr>
        <p:cxnSp>
          <p:nvCxnSpPr>
            <p:cNvPr id="249" name="Google Shape;249;p10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2" name="Google Shape;252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i Jamjuree"/>
                <a:ea typeface="Bai Jamjuree"/>
                <a:cs typeface="Bai Jamjuree"/>
                <a:sym typeface="Bai Jamjuree"/>
              </a:defRPr>
            </a:lvl1pPr>
            <a:lvl2pPr lvl="1">
              <a:buNone/>
              <a:defRPr>
                <a:latin typeface="Bai Jamjuree"/>
                <a:ea typeface="Bai Jamjuree"/>
                <a:cs typeface="Bai Jamjuree"/>
                <a:sym typeface="Bai Jamjuree"/>
              </a:defRPr>
            </a:lvl2pPr>
            <a:lvl3pPr lvl="2">
              <a:buNone/>
              <a:defRPr>
                <a:latin typeface="Bai Jamjuree"/>
                <a:ea typeface="Bai Jamjuree"/>
                <a:cs typeface="Bai Jamjuree"/>
                <a:sym typeface="Bai Jamjuree"/>
              </a:defRPr>
            </a:lvl3pPr>
            <a:lvl4pPr lvl="3">
              <a:buNone/>
              <a:defRPr>
                <a:latin typeface="Bai Jamjuree"/>
                <a:ea typeface="Bai Jamjuree"/>
                <a:cs typeface="Bai Jamjuree"/>
                <a:sym typeface="Bai Jamjuree"/>
              </a:defRPr>
            </a:lvl4pPr>
            <a:lvl5pPr lvl="4">
              <a:buNone/>
              <a:defRPr>
                <a:latin typeface="Bai Jamjuree"/>
                <a:ea typeface="Bai Jamjuree"/>
                <a:cs typeface="Bai Jamjuree"/>
                <a:sym typeface="Bai Jamjuree"/>
              </a:defRPr>
            </a:lvl5pPr>
            <a:lvl6pPr lvl="5">
              <a:buNone/>
              <a:defRPr>
                <a:latin typeface="Bai Jamjuree"/>
                <a:ea typeface="Bai Jamjuree"/>
                <a:cs typeface="Bai Jamjuree"/>
                <a:sym typeface="Bai Jamjuree"/>
              </a:defRPr>
            </a:lvl6pPr>
            <a:lvl7pPr lvl="6">
              <a:buNone/>
              <a:defRPr>
                <a:latin typeface="Bai Jamjuree"/>
                <a:ea typeface="Bai Jamjuree"/>
                <a:cs typeface="Bai Jamjuree"/>
                <a:sym typeface="Bai Jamjuree"/>
              </a:defRPr>
            </a:lvl7pPr>
            <a:lvl8pPr lvl="7">
              <a:buNone/>
              <a:defRPr>
                <a:latin typeface="Bai Jamjuree"/>
                <a:ea typeface="Bai Jamjuree"/>
                <a:cs typeface="Bai Jamjuree"/>
                <a:sym typeface="Bai Jamjuree"/>
              </a:defRPr>
            </a:lvl8pPr>
            <a:lvl9pPr lvl="8">
              <a:buNone/>
              <a:defRPr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18900732" scaled="0"/>
        </a:gra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"/>
          <p:cNvSpPr/>
          <p:nvPr/>
        </p:nvSpPr>
        <p:spPr>
          <a:xfrm rot="10800000">
            <a:off x="715250" y="1140075"/>
            <a:ext cx="7717800" cy="30306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" name="Google Shape;255;p11"/>
          <p:cNvGrpSpPr/>
          <p:nvPr/>
        </p:nvGrpSpPr>
        <p:grpSpPr>
          <a:xfrm flipH="1">
            <a:off x="4438439" y="4341852"/>
            <a:ext cx="1381816" cy="1381851"/>
            <a:chOff x="3263475" y="934700"/>
            <a:chExt cx="986800" cy="986825"/>
          </a:xfrm>
        </p:grpSpPr>
        <p:sp>
          <p:nvSpPr>
            <p:cNvPr id="256" name="Google Shape;256;p11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1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" name="Google Shape;273;p11"/>
          <p:cNvGrpSpPr/>
          <p:nvPr/>
        </p:nvGrpSpPr>
        <p:grpSpPr>
          <a:xfrm>
            <a:off x="8604305" y="1637975"/>
            <a:ext cx="1067600" cy="1145300"/>
            <a:chOff x="5464750" y="3457150"/>
            <a:chExt cx="1067600" cy="1145300"/>
          </a:xfrm>
        </p:grpSpPr>
        <p:cxnSp>
          <p:nvCxnSpPr>
            <p:cNvPr id="274" name="Google Shape;274;p11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1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1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7" name="Google Shape;277;p11"/>
          <p:cNvGrpSpPr/>
          <p:nvPr/>
        </p:nvGrpSpPr>
        <p:grpSpPr>
          <a:xfrm>
            <a:off x="-95457" y="360613"/>
            <a:ext cx="1067600" cy="1145300"/>
            <a:chOff x="5464750" y="3457150"/>
            <a:chExt cx="1067600" cy="1145300"/>
          </a:xfrm>
        </p:grpSpPr>
        <p:cxnSp>
          <p:nvCxnSpPr>
            <p:cNvPr id="278" name="Google Shape;278;p11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1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1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1" name="Google Shape;281;p11"/>
          <p:cNvGrpSpPr/>
          <p:nvPr/>
        </p:nvGrpSpPr>
        <p:grpSpPr>
          <a:xfrm flipH="1">
            <a:off x="4197537" y="695485"/>
            <a:ext cx="748950" cy="170700"/>
            <a:chOff x="545575" y="515313"/>
            <a:chExt cx="748950" cy="170700"/>
          </a:xfrm>
        </p:grpSpPr>
        <p:sp>
          <p:nvSpPr>
            <p:cNvPr id="282" name="Google Shape;282;p11"/>
            <p:cNvSpPr/>
            <p:nvPr/>
          </p:nvSpPr>
          <p:spPr>
            <a:xfrm>
              <a:off x="545575" y="515313"/>
              <a:ext cx="170700" cy="170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834700" y="515313"/>
              <a:ext cx="170700" cy="170700"/>
            </a:xfrm>
            <a:prstGeom prst="ellipse">
              <a:avLst/>
            </a:prstGeom>
            <a:solidFill>
              <a:srgbClr val="7C6496">
                <a:alpha val="671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1123825" y="515313"/>
              <a:ext cx="170700" cy="170700"/>
            </a:xfrm>
            <a:prstGeom prst="ellipse">
              <a:avLst/>
            </a:prstGeom>
            <a:solidFill>
              <a:srgbClr val="7C6496">
                <a:alpha val="37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" name="Google Shape;285;p11"/>
          <p:cNvSpPr txBox="1"/>
          <p:nvPr>
            <p:ph hasCustomPrompt="1" type="title"/>
          </p:nvPr>
        </p:nvSpPr>
        <p:spPr>
          <a:xfrm>
            <a:off x="3179243" y="1376843"/>
            <a:ext cx="4988400" cy="15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6" name="Google Shape;286;p11"/>
          <p:cNvSpPr txBox="1"/>
          <p:nvPr>
            <p:ph idx="1" type="subTitle"/>
          </p:nvPr>
        </p:nvSpPr>
        <p:spPr>
          <a:xfrm>
            <a:off x="3179393" y="3161524"/>
            <a:ext cx="49884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"/>
          <p:cNvSpPr/>
          <p:nvPr/>
        </p:nvSpPr>
        <p:spPr>
          <a:xfrm flipH="1">
            <a:off x="715250" y="1140075"/>
            <a:ext cx="7717800" cy="34692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" name="Google Shape;292;p13"/>
          <p:cNvGrpSpPr/>
          <p:nvPr/>
        </p:nvGrpSpPr>
        <p:grpSpPr>
          <a:xfrm>
            <a:off x="8633563" y="2765977"/>
            <a:ext cx="1381816" cy="1381851"/>
            <a:chOff x="3263475" y="934700"/>
            <a:chExt cx="986800" cy="986825"/>
          </a:xfrm>
        </p:grpSpPr>
        <p:sp>
          <p:nvSpPr>
            <p:cNvPr id="293" name="Google Shape;293;p13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0" name="Google Shape;310;p13"/>
          <p:cNvGrpSpPr/>
          <p:nvPr/>
        </p:nvGrpSpPr>
        <p:grpSpPr>
          <a:xfrm>
            <a:off x="7678775" y="4747413"/>
            <a:ext cx="748950" cy="170700"/>
            <a:chOff x="545575" y="515313"/>
            <a:chExt cx="748950" cy="170700"/>
          </a:xfrm>
        </p:grpSpPr>
        <p:sp>
          <p:nvSpPr>
            <p:cNvPr id="311" name="Google Shape;311;p13"/>
            <p:cNvSpPr/>
            <p:nvPr/>
          </p:nvSpPr>
          <p:spPr>
            <a:xfrm>
              <a:off x="545575" y="515313"/>
              <a:ext cx="170700" cy="170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834700" y="515313"/>
              <a:ext cx="170700" cy="170700"/>
            </a:xfrm>
            <a:prstGeom prst="ellipse">
              <a:avLst/>
            </a:prstGeom>
            <a:solidFill>
              <a:srgbClr val="7C6496">
                <a:alpha val="671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1123825" y="515313"/>
              <a:ext cx="170700" cy="170700"/>
            </a:xfrm>
            <a:prstGeom prst="ellipse">
              <a:avLst/>
            </a:prstGeom>
            <a:solidFill>
              <a:srgbClr val="7C6496">
                <a:alpha val="37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4" name="Google Shape;314;p13"/>
          <p:cNvGrpSpPr/>
          <p:nvPr/>
        </p:nvGrpSpPr>
        <p:grpSpPr>
          <a:xfrm flipH="1">
            <a:off x="-483012" y="3766475"/>
            <a:ext cx="1067600" cy="1145300"/>
            <a:chOff x="5464750" y="3457150"/>
            <a:chExt cx="1067600" cy="1145300"/>
          </a:xfrm>
        </p:grpSpPr>
        <p:cxnSp>
          <p:nvCxnSpPr>
            <p:cNvPr id="315" name="Google Shape;315;p13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6" name="Google Shape;316;p13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3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8" name="Google Shape;318;p13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9" name="Google Shape;319;p13"/>
          <p:cNvSpPr txBox="1"/>
          <p:nvPr>
            <p:ph idx="1" type="subTitle"/>
          </p:nvPr>
        </p:nvSpPr>
        <p:spPr>
          <a:xfrm>
            <a:off x="1823850" y="1356125"/>
            <a:ext cx="2890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13"/>
          <p:cNvSpPr txBox="1"/>
          <p:nvPr>
            <p:ph idx="2" type="subTitle"/>
          </p:nvPr>
        </p:nvSpPr>
        <p:spPr>
          <a:xfrm>
            <a:off x="1823850" y="1686125"/>
            <a:ext cx="22644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13"/>
          <p:cNvSpPr txBox="1"/>
          <p:nvPr>
            <p:ph hasCustomPrompt="1" idx="3" type="title"/>
          </p:nvPr>
        </p:nvSpPr>
        <p:spPr>
          <a:xfrm>
            <a:off x="878525" y="1394675"/>
            <a:ext cx="945300" cy="81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/>
          <p:nvPr>
            <p:ph idx="4" type="subTitle"/>
          </p:nvPr>
        </p:nvSpPr>
        <p:spPr>
          <a:xfrm>
            <a:off x="1823850" y="2396300"/>
            <a:ext cx="2890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13"/>
          <p:cNvSpPr txBox="1"/>
          <p:nvPr>
            <p:ph idx="5" type="subTitle"/>
          </p:nvPr>
        </p:nvSpPr>
        <p:spPr>
          <a:xfrm>
            <a:off x="1823850" y="2726300"/>
            <a:ext cx="22644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3"/>
          <p:cNvSpPr txBox="1"/>
          <p:nvPr>
            <p:ph hasCustomPrompt="1" idx="6" type="title"/>
          </p:nvPr>
        </p:nvSpPr>
        <p:spPr>
          <a:xfrm>
            <a:off x="878525" y="2434850"/>
            <a:ext cx="945300" cy="81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/>
          <p:nvPr>
            <p:ph idx="7" type="subTitle"/>
          </p:nvPr>
        </p:nvSpPr>
        <p:spPr>
          <a:xfrm>
            <a:off x="1823850" y="3436475"/>
            <a:ext cx="2890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13"/>
          <p:cNvSpPr txBox="1"/>
          <p:nvPr>
            <p:ph idx="8" type="subTitle"/>
          </p:nvPr>
        </p:nvSpPr>
        <p:spPr>
          <a:xfrm>
            <a:off x="1823850" y="3766475"/>
            <a:ext cx="22644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13"/>
          <p:cNvSpPr txBox="1"/>
          <p:nvPr>
            <p:ph hasCustomPrompt="1" idx="9" type="title"/>
          </p:nvPr>
        </p:nvSpPr>
        <p:spPr>
          <a:xfrm>
            <a:off x="878525" y="3475025"/>
            <a:ext cx="945300" cy="81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28" name="Google Shape;328;p13"/>
          <p:cNvSpPr txBox="1"/>
          <p:nvPr>
            <p:ph idx="13" type="subTitle"/>
          </p:nvPr>
        </p:nvSpPr>
        <p:spPr>
          <a:xfrm>
            <a:off x="5660025" y="1356125"/>
            <a:ext cx="2890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13"/>
          <p:cNvSpPr txBox="1"/>
          <p:nvPr>
            <p:ph idx="14" type="subTitle"/>
          </p:nvPr>
        </p:nvSpPr>
        <p:spPr>
          <a:xfrm>
            <a:off x="5660025" y="1686125"/>
            <a:ext cx="22644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13"/>
          <p:cNvSpPr txBox="1"/>
          <p:nvPr>
            <p:ph hasCustomPrompt="1" idx="15" type="title"/>
          </p:nvPr>
        </p:nvSpPr>
        <p:spPr>
          <a:xfrm>
            <a:off x="4714650" y="1394675"/>
            <a:ext cx="945300" cy="81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31" name="Google Shape;331;p13"/>
          <p:cNvSpPr txBox="1"/>
          <p:nvPr>
            <p:ph idx="16" type="subTitle"/>
          </p:nvPr>
        </p:nvSpPr>
        <p:spPr>
          <a:xfrm>
            <a:off x="5660025" y="2396300"/>
            <a:ext cx="2890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13"/>
          <p:cNvSpPr txBox="1"/>
          <p:nvPr>
            <p:ph idx="17" type="subTitle"/>
          </p:nvPr>
        </p:nvSpPr>
        <p:spPr>
          <a:xfrm>
            <a:off x="5660025" y="2726300"/>
            <a:ext cx="22644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13"/>
          <p:cNvSpPr txBox="1"/>
          <p:nvPr>
            <p:ph hasCustomPrompt="1" idx="18" type="title"/>
          </p:nvPr>
        </p:nvSpPr>
        <p:spPr>
          <a:xfrm>
            <a:off x="4714650" y="2434850"/>
            <a:ext cx="945300" cy="81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34" name="Google Shape;334;p13"/>
          <p:cNvSpPr txBox="1"/>
          <p:nvPr>
            <p:ph idx="19" type="subTitle"/>
          </p:nvPr>
        </p:nvSpPr>
        <p:spPr>
          <a:xfrm>
            <a:off x="5660025" y="3436475"/>
            <a:ext cx="2890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13"/>
          <p:cNvSpPr txBox="1"/>
          <p:nvPr>
            <p:ph idx="20" type="subTitle"/>
          </p:nvPr>
        </p:nvSpPr>
        <p:spPr>
          <a:xfrm>
            <a:off x="5660025" y="3766475"/>
            <a:ext cx="22644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13"/>
          <p:cNvSpPr txBox="1"/>
          <p:nvPr>
            <p:ph hasCustomPrompt="1" idx="21" type="title"/>
          </p:nvPr>
        </p:nvSpPr>
        <p:spPr>
          <a:xfrm>
            <a:off x="4714650" y="3475025"/>
            <a:ext cx="945300" cy="81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37" name="Google Shape;337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_1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2698631" scaled="0"/>
        </a:gra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"/>
          <p:cNvSpPr/>
          <p:nvPr/>
        </p:nvSpPr>
        <p:spPr>
          <a:xfrm flipH="1">
            <a:off x="715250" y="1140075"/>
            <a:ext cx="7717800" cy="34692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0" name="Google Shape;340;p14"/>
          <p:cNvGrpSpPr/>
          <p:nvPr/>
        </p:nvGrpSpPr>
        <p:grpSpPr>
          <a:xfrm>
            <a:off x="8633563" y="2765977"/>
            <a:ext cx="1381816" cy="1381851"/>
            <a:chOff x="3263475" y="934700"/>
            <a:chExt cx="986800" cy="986825"/>
          </a:xfrm>
        </p:grpSpPr>
        <p:sp>
          <p:nvSpPr>
            <p:cNvPr id="341" name="Google Shape;341;p14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14"/>
          <p:cNvGrpSpPr/>
          <p:nvPr/>
        </p:nvGrpSpPr>
        <p:grpSpPr>
          <a:xfrm>
            <a:off x="7678775" y="4747413"/>
            <a:ext cx="748950" cy="170700"/>
            <a:chOff x="545575" y="515313"/>
            <a:chExt cx="748950" cy="170700"/>
          </a:xfrm>
        </p:grpSpPr>
        <p:sp>
          <p:nvSpPr>
            <p:cNvPr id="359" name="Google Shape;359;p14"/>
            <p:cNvSpPr/>
            <p:nvPr/>
          </p:nvSpPr>
          <p:spPr>
            <a:xfrm>
              <a:off x="545575" y="515313"/>
              <a:ext cx="170700" cy="170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834700" y="515313"/>
              <a:ext cx="170700" cy="170700"/>
            </a:xfrm>
            <a:prstGeom prst="ellipse">
              <a:avLst/>
            </a:prstGeom>
            <a:solidFill>
              <a:srgbClr val="7C6496">
                <a:alpha val="671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1123825" y="515313"/>
              <a:ext cx="170700" cy="170700"/>
            </a:xfrm>
            <a:prstGeom prst="ellipse">
              <a:avLst/>
            </a:prstGeom>
            <a:solidFill>
              <a:srgbClr val="7C6496">
                <a:alpha val="37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14"/>
          <p:cNvGrpSpPr/>
          <p:nvPr/>
        </p:nvGrpSpPr>
        <p:grpSpPr>
          <a:xfrm flipH="1">
            <a:off x="-492287" y="3115575"/>
            <a:ext cx="1067600" cy="1145300"/>
            <a:chOff x="5464750" y="3457150"/>
            <a:chExt cx="1067600" cy="1145300"/>
          </a:xfrm>
        </p:grpSpPr>
        <p:cxnSp>
          <p:nvCxnSpPr>
            <p:cNvPr id="363" name="Google Shape;363;p14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" name="Google Shape;364;p14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" name="Google Shape;365;p14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6" name="Google Shape;366;p14"/>
          <p:cNvSpPr txBox="1"/>
          <p:nvPr>
            <p:ph idx="1" type="subTitle"/>
          </p:nvPr>
        </p:nvSpPr>
        <p:spPr>
          <a:xfrm>
            <a:off x="1511026" y="2741767"/>
            <a:ext cx="27480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4"/>
          <p:cNvSpPr txBox="1"/>
          <p:nvPr>
            <p:ph idx="2" type="subTitle"/>
          </p:nvPr>
        </p:nvSpPr>
        <p:spPr>
          <a:xfrm>
            <a:off x="1511026" y="2998861"/>
            <a:ext cx="2748000" cy="9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14"/>
          <p:cNvSpPr txBox="1"/>
          <p:nvPr>
            <p:ph idx="3" type="subTitle"/>
          </p:nvPr>
        </p:nvSpPr>
        <p:spPr>
          <a:xfrm>
            <a:off x="5113574" y="2741767"/>
            <a:ext cx="27480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14"/>
          <p:cNvSpPr txBox="1"/>
          <p:nvPr>
            <p:ph idx="4" type="subTitle"/>
          </p:nvPr>
        </p:nvSpPr>
        <p:spPr>
          <a:xfrm>
            <a:off x="5113574" y="2998861"/>
            <a:ext cx="2748000" cy="9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14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1" name="Google Shape;37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_1_2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8100019" scaled="0"/>
        </a:gra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/>
          <p:nvPr/>
        </p:nvSpPr>
        <p:spPr>
          <a:xfrm rot="10800000">
            <a:off x="2975" y="416850"/>
            <a:ext cx="87258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4" name="Google Shape;374;p15"/>
          <p:cNvGrpSpPr/>
          <p:nvPr/>
        </p:nvGrpSpPr>
        <p:grpSpPr>
          <a:xfrm flipH="1">
            <a:off x="6346838" y="-157750"/>
            <a:ext cx="1067600" cy="1145300"/>
            <a:chOff x="5464750" y="3457150"/>
            <a:chExt cx="1067600" cy="1145300"/>
          </a:xfrm>
        </p:grpSpPr>
        <p:cxnSp>
          <p:nvCxnSpPr>
            <p:cNvPr id="375" name="Google Shape;375;p15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5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5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78" name="Google Shape;378;p15"/>
          <p:cNvGrpSpPr/>
          <p:nvPr/>
        </p:nvGrpSpPr>
        <p:grpSpPr>
          <a:xfrm flipH="1">
            <a:off x="5863513" y="3735775"/>
            <a:ext cx="1067600" cy="1145300"/>
            <a:chOff x="5464750" y="3457150"/>
            <a:chExt cx="1067600" cy="1145300"/>
          </a:xfrm>
        </p:grpSpPr>
        <p:cxnSp>
          <p:nvCxnSpPr>
            <p:cNvPr id="379" name="Google Shape;379;p15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5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5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2" name="Google Shape;382;p15"/>
          <p:cNvGrpSpPr/>
          <p:nvPr/>
        </p:nvGrpSpPr>
        <p:grpSpPr>
          <a:xfrm>
            <a:off x="-741787" y="2407265"/>
            <a:ext cx="1381816" cy="1381851"/>
            <a:chOff x="3263475" y="934700"/>
            <a:chExt cx="986800" cy="986825"/>
          </a:xfrm>
        </p:grpSpPr>
        <p:sp>
          <p:nvSpPr>
            <p:cNvPr id="383" name="Google Shape;383;p15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15"/>
          <p:cNvSpPr txBox="1"/>
          <p:nvPr>
            <p:ph idx="1" type="body"/>
          </p:nvPr>
        </p:nvSpPr>
        <p:spPr>
          <a:xfrm>
            <a:off x="860625" y="1593850"/>
            <a:ext cx="3567000" cy="30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12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12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12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12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12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12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12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1200"/>
            </a:lvl9pPr>
          </a:lstStyle>
          <a:p/>
        </p:txBody>
      </p:sp>
      <p:sp>
        <p:nvSpPr>
          <p:cNvPr id="401" name="Google Shape;401;p15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2" name="Google Shape;402;p15"/>
          <p:cNvSpPr txBox="1"/>
          <p:nvPr>
            <p:ph idx="2" type="body"/>
          </p:nvPr>
        </p:nvSpPr>
        <p:spPr>
          <a:xfrm>
            <a:off x="4716400" y="1593850"/>
            <a:ext cx="3567000" cy="30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12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12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12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12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12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12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12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1200"/>
            </a:lvl9pPr>
          </a:lstStyle>
          <a:p/>
        </p:txBody>
      </p:sp>
      <p:sp>
        <p:nvSpPr>
          <p:cNvPr id="403" name="Google Shape;403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">
    <p:bg>
      <p:bgPr>
        <a:gradFill>
          <a:gsLst>
            <a:gs pos="0">
              <a:schemeClr val="lt1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"/>
          <p:cNvSpPr/>
          <p:nvPr/>
        </p:nvSpPr>
        <p:spPr>
          <a:xfrm rot="10800000">
            <a:off x="457300" y="416850"/>
            <a:ext cx="87258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6" name="Google Shape;406;p16"/>
          <p:cNvGrpSpPr/>
          <p:nvPr/>
        </p:nvGrpSpPr>
        <p:grpSpPr>
          <a:xfrm flipH="1">
            <a:off x="-351387" y="291375"/>
            <a:ext cx="1067600" cy="1145300"/>
            <a:chOff x="5464750" y="3457150"/>
            <a:chExt cx="1067600" cy="1145300"/>
          </a:xfrm>
        </p:grpSpPr>
        <p:cxnSp>
          <p:nvCxnSpPr>
            <p:cNvPr id="407" name="Google Shape;407;p16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6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6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0" name="Google Shape;410;p16"/>
          <p:cNvGrpSpPr/>
          <p:nvPr/>
        </p:nvGrpSpPr>
        <p:grpSpPr>
          <a:xfrm flipH="1">
            <a:off x="6120875" y="4349175"/>
            <a:ext cx="1067600" cy="1145300"/>
            <a:chOff x="5464750" y="3457150"/>
            <a:chExt cx="1067600" cy="1145300"/>
          </a:xfrm>
        </p:grpSpPr>
        <p:cxnSp>
          <p:nvCxnSpPr>
            <p:cNvPr id="411" name="Google Shape;411;p16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6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6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4" name="Google Shape;414;p16"/>
          <p:cNvGrpSpPr/>
          <p:nvPr/>
        </p:nvGrpSpPr>
        <p:grpSpPr>
          <a:xfrm>
            <a:off x="8356713" y="953027"/>
            <a:ext cx="1381816" cy="1381851"/>
            <a:chOff x="3263475" y="934700"/>
            <a:chExt cx="986800" cy="986825"/>
          </a:xfrm>
        </p:grpSpPr>
        <p:sp>
          <p:nvSpPr>
            <p:cNvPr id="415" name="Google Shape;415;p16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6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6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2" name="Google Shape;432;p16"/>
          <p:cNvSpPr txBox="1"/>
          <p:nvPr>
            <p:ph idx="1" type="subTitle"/>
          </p:nvPr>
        </p:nvSpPr>
        <p:spPr>
          <a:xfrm>
            <a:off x="842362" y="2668156"/>
            <a:ext cx="23706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16"/>
          <p:cNvSpPr txBox="1"/>
          <p:nvPr>
            <p:ph idx="2" type="subTitle"/>
          </p:nvPr>
        </p:nvSpPr>
        <p:spPr>
          <a:xfrm>
            <a:off x="842362" y="2925250"/>
            <a:ext cx="2370600" cy="9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6"/>
          <p:cNvSpPr txBox="1"/>
          <p:nvPr>
            <p:ph idx="3" type="subTitle"/>
          </p:nvPr>
        </p:nvSpPr>
        <p:spPr>
          <a:xfrm>
            <a:off x="3454337" y="2668156"/>
            <a:ext cx="23706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16"/>
          <p:cNvSpPr txBox="1"/>
          <p:nvPr>
            <p:ph idx="4" type="subTitle"/>
          </p:nvPr>
        </p:nvSpPr>
        <p:spPr>
          <a:xfrm>
            <a:off x="3454337" y="2925250"/>
            <a:ext cx="2370600" cy="9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16"/>
          <p:cNvSpPr txBox="1"/>
          <p:nvPr>
            <p:ph idx="5" type="subTitle"/>
          </p:nvPr>
        </p:nvSpPr>
        <p:spPr>
          <a:xfrm>
            <a:off x="6066312" y="2668156"/>
            <a:ext cx="23706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6"/>
          <p:cNvSpPr txBox="1"/>
          <p:nvPr>
            <p:ph idx="6" type="subTitle"/>
          </p:nvPr>
        </p:nvSpPr>
        <p:spPr>
          <a:xfrm>
            <a:off x="6066312" y="2925251"/>
            <a:ext cx="2370600" cy="9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16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_4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7"/>
          <p:cNvSpPr/>
          <p:nvPr/>
        </p:nvSpPr>
        <p:spPr>
          <a:xfrm flipH="1">
            <a:off x="-24849" y="1382100"/>
            <a:ext cx="8845200" cy="29667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17"/>
          <p:cNvGrpSpPr/>
          <p:nvPr/>
        </p:nvGrpSpPr>
        <p:grpSpPr>
          <a:xfrm>
            <a:off x="8188138" y="-352698"/>
            <a:ext cx="1381816" cy="1381851"/>
            <a:chOff x="3263475" y="934700"/>
            <a:chExt cx="986800" cy="986825"/>
          </a:xfrm>
        </p:grpSpPr>
        <p:sp>
          <p:nvSpPr>
            <p:cNvPr id="443" name="Google Shape;443;p17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7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7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7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7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7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7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7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7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7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7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7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7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0" name="Google Shape;460;p17"/>
          <p:cNvGrpSpPr/>
          <p:nvPr/>
        </p:nvGrpSpPr>
        <p:grpSpPr>
          <a:xfrm>
            <a:off x="8071400" y="4695138"/>
            <a:ext cx="748950" cy="170700"/>
            <a:chOff x="545575" y="515313"/>
            <a:chExt cx="748950" cy="170700"/>
          </a:xfrm>
        </p:grpSpPr>
        <p:sp>
          <p:nvSpPr>
            <p:cNvPr id="461" name="Google Shape;461;p17"/>
            <p:cNvSpPr/>
            <p:nvPr/>
          </p:nvSpPr>
          <p:spPr>
            <a:xfrm>
              <a:off x="545575" y="515313"/>
              <a:ext cx="170700" cy="170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7"/>
            <p:cNvSpPr/>
            <p:nvPr/>
          </p:nvSpPr>
          <p:spPr>
            <a:xfrm>
              <a:off x="834700" y="515313"/>
              <a:ext cx="170700" cy="170700"/>
            </a:xfrm>
            <a:prstGeom prst="ellipse">
              <a:avLst/>
            </a:prstGeom>
            <a:solidFill>
              <a:srgbClr val="7C6496">
                <a:alpha val="671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7"/>
            <p:cNvSpPr/>
            <p:nvPr/>
          </p:nvSpPr>
          <p:spPr>
            <a:xfrm>
              <a:off x="1123825" y="515313"/>
              <a:ext cx="170700" cy="170700"/>
            </a:xfrm>
            <a:prstGeom prst="ellipse">
              <a:avLst/>
            </a:prstGeom>
            <a:solidFill>
              <a:srgbClr val="7C6496">
                <a:alpha val="37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4" name="Google Shape;464;p17"/>
          <p:cNvGrpSpPr/>
          <p:nvPr/>
        </p:nvGrpSpPr>
        <p:grpSpPr>
          <a:xfrm flipH="1">
            <a:off x="2442788" y="4545300"/>
            <a:ext cx="1067600" cy="1145300"/>
            <a:chOff x="5464750" y="3457150"/>
            <a:chExt cx="1067600" cy="1145300"/>
          </a:xfrm>
        </p:grpSpPr>
        <p:cxnSp>
          <p:nvCxnSpPr>
            <p:cNvPr id="465" name="Google Shape;465;p17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" name="Google Shape;466;p17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" name="Google Shape;467;p17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8" name="Google Shape;468;p17"/>
          <p:cNvGrpSpPr/>
          <p:nvPr/>
        </p:nvGrpSpPr>
        <p:grpSpPr>
          <a:xfrm flipH="1">
            <a:off x="-284700" y="134525"/>
            <a:ext cx="1067600" cy="1145300"/>
            <a:chOff x="5464750" y="3457150"/>
            <a:chExt cx="1067600" cy="1145300"/>
          </a:xfrm>
        </p:grpSpPr>
        <p:cxnSp>
          <p:nvCxnSpPr>
            <p:cNvPr id="469" name="Google Shape;469;p17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0" name="Google Shape;470;p17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17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2" name="Google Shape;472;p17"/>
          <p:cNvSpPr txBox="1"/>
          <p:nvPr>
            <p:ph idx="1" type="subTitle"/>
          </p:nvPr>
        </p:nvSpPr>
        <p:spPr>
          <a:xfrm>
            <a:off x="2427825" y="2642713"/>
            <a:ext cx="19488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17"/>
          <p:cNvSpPr txBox="1"/>
          <p:nvPr>
            <p:ph idx="2" type="subTitle"/>
          </p:nvPr>
        </p:nvSpPr>
        <p:spPr>
          <a:xfrm>
            <a:off x="2427825" y="2872898"/>
            <a:ext cx="5528100" cy="3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17"/>
          <p:cNvSpPr txBox="1"/>
          <p:nvPr>
            <p:ph idx="3" type="subTitle"/>
          </p:nvPr>
        </p:nvSpPr>
        <p:spPr>
          <a:xfrm>
            <a:off x="2427825" y="3576725"/>
            <a:ext cx="19488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17"/>
          <p:cNvSpPr txBox="1"/>
          <p:nvPr>
            <p:ph idx="4" type="subTitle"/>
          </p:nvPr>
        </p:nvSpPr>
        <p:spPr>
          <a:xfrm>
            <a:off x="2427825" y="3789100"/>
            <a:ext cx="5528100" cy="3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17"/>
          <p:cNvSpPr txBox="1"/>
          <p:nvPr>
            <p:ph idx="5" type="subTitle"/>
          </p:nvPr>
        </p:nvSpPr>
        <p:spPr>
          <a:xfrm>
            <a:off x="2427825" y="1708701"/>
            <a:ext cx="19488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17"/>
          <p:cNvSpPr txBox="1"/>
          <p:nvPr>
            <p:ph idx="6" type="subTitle"/>
          </p:nvPr>
        </p:nvSpPr>
        <p:spPr>
          <a:xfrm>
            <a:off x="2427825" y="1921075"/>
            <a:ext cx="5528100" cy="3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17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9" name="Google Shape;479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3_4_1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18900732" scaled="0"/>
        </a:gra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8"/>
          <p:cNvSpPr/>
          <p:nvPr/>
        </p:nvSpPr>
        <p:spPr>
          <a:xfrm rot="10800000">
            <a:off x="423778" y="416850"/>
            <a:ext cx="87258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2" name="Google Shape;482;p18"/>
          <p:cNvGrpSpPr/>
          <p:nvPr/>
        </p:nvGrpSpPr>
        <p:grpSpPr>
          <a:xfrm flipH="1" rot="10800000">
            <a:off x="6945400" y="4159100"/>
            <a:ext cx="1067600" cy="1145300"/>
            <a:chOff x="5464750" y="3457150"/>
            <a:chExt cx="1067600" cy="1145300"/>
          </a:xfrm>
        </p:grpSpPr>
        <p:cxnSp>
          <p:nvCxnSpPr>
            <p:cNvPr id="483" name="Google Shape;483;p18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18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18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86" name="Google Shape;486;p18"/>
          <p:cNvGrpSpPr/>
          <p:nvPr/>
        </p:nvGrpSpPr>
        <p:grpSpPr>
          <a:xfrm flipH="1" rot="10800000">
            <a:off x="-141837" y="1857825"/>
            <a:ext cx="1067600" cy="1145300"/>
            <a:chOff x="5464750" y="3457150"/>
            <a:chExt cx="1067600" cy="1145300"/>
          </a:xfrm>
        </p:grpSpPr>
        <p:cxnSp>
          <p:nvCxnSpPr>
            <p:cNvPr id="487" name="Google Shape;487;p18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18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18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90" name="Google Shape;490;p18"/>
          <p:cNvGrpSpPr/>
          <p:nvPr/>
        </p:nvGrpSpPr>
        <p:grpSpPr>
          <a:xfrm rot="10800000">
            <a:off x="8427734" y="779172"/>
            <a:ext cx="1381816" cy="1381851"/>
            <a:chOff x="3263475" y="934700"/>
            <a:chExt cx="986800" cy="986825"/>
          </a:xfrm>
        </p:grpSpPr>
        <p:sp>
          <p:nvSpPr>
            <p:cNvPr id="491" name="Google Shape;491;p18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8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8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8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8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8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8" name="Google Shape;508;p18"/>
          <p:cNvSpPr txBox="1"/>
          <p:nvPr>
            <p:ph idx="1" type="subTitle"/>
          </p:nvPr>
        </p:nvSpPr>
        <p:spPr>
          <a:xfrm>
            <a:off x="868624" y="3068900"/>
            <a:ext cx="24969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18"/>
          <p:cNvSpPr txBox="1"/>
          <p:nvPr>
            <p:ph idx="2" type="subTitle"/>
          </p:nvPr>
        </p:nvSpPr>
        <p:spPr>
          <a:xfrm>
            <a:off x="868625" y="3325997"/>
            <a:ext cx="24969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18"/>
          <p:cNvSpPr txBox="1"/>
          <p:nvPr>
            <p:ph idx="3" type="subTitle"/>
          </p:nvPr>
        </p:nvSpPr>
        <p:spPr>
          <a:xfrm>
            <a:off x="3328199" y="3068900"/>
            <a:ext cx="24969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18"/>
          <p:cNvSpPr txBox="1"/>
          <p:nvPr>
            <p:ph idx="4" type="subTitle"/>
          </p:nvPr>
        </p:nvSpPr>
        <p:spPr>
          <a:xfrm>
            <a:off x="3328200" y="3325997"/>
            <a:ext cx="24969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18"/>
          <p:cNvSpPr txBox="1"/>
          <p:nvPr>
            <p:ph idx="5" type="subTitle"/>
          </p:nvPr>
        </p:nvSpPr>
        <p:spPr>
          <a:xfrm>
            <a:off x="5787774" y="3068900"/>
            <a:ext cx="24969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18"/>
          <p:cNvSpPr txBox="1"/>
          <p:nvPr>
            <p:ph idx="6" type="subTitle"/>
          </p:nvPr>
        </p:nvSpPr>
        <p:spPr>
          <a:xfrm>
            <a:off x="5787775" y="3325997"/>
            <a:ext cx="24969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4" name="Google Shape;514;p18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5" name="Google Shape;51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_3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18900732" scaled="0"/>
        </a:gra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9"/>
          <p:cNvSpPr/>
          <p:nvPr/>
        </p:nvSpPr>
        <p:spPr>
          <a:xfrm flipH="1">
            <a:off x="-24849" y="1458300"/>
            <a:ext cx="8845200" cy="29667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9"/>
          <p:cNvSpPr txBox="1"/>
          <p:nvPr>
            <p:ph idx="1" type="subTitle"/>
          </p:nvPr>
        </p:nvSpPr>
        <p:spPr>
          <a:xfrm>
            <a:off x="764425" y="2222566"/>
            <a:ext cx="25875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19"/>
          <p:cNvSpPr txBox="1"/>
          <p:nvPr>
            <p:ph idx="2" type="subTitle"/>
          </p:nvPr>
        </p:nvSpPr>
        <p:spPr>
          <a:xfrm>
            <a:off x="763350" y="2414548"/>
            <a:ext cx="258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0" name="Google Shape;520;p19"/>
          <p:cNvSpPr txBox="1"/>
          <p:nvPr>
            <p:ph idx="3" type="subTitle"/>
          </p:nvPr>
        </p:nvSpPr>
        <p:spPr>
          <a:xfrm>
            <a:off x="3278250" y="3496382"/>
            <a:ext cx="25875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1" name="Google Shape;521;p19"/>
          <p:cNvSpPr txBox="1"/>
          <p:nvPr>
            <p:ph idx="4" type="subTitle"/>
          </p:nvPr>
        </p:nvSpPr>
        <p:spPr>
          <a:xfrm>
            <a:off x="3278250" y="3688361"/>
            <a:ext cx="258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19"/>
          <p:cNvSpPr txBox="1"/>
          <p:nvPr>
            <p:ph idx="5" type="subTitle"/>
          </p:nvPr>
        </p:nvSpPr>
        <p:spPr>
          <a:xfrm>
            <a:off x="5793150" y="2222566"/>
            <a:ext cx="25875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3" name="Google Shape;523;p19"/>
          <p:cNvSpPr txBox="1"/>
          <p:nvPr>
            <p:ph idx="6" type="subTitle"/>
          </p:nvPr>
        </p:nvSpPr>
        <p:spPr>
          <a:xfrm>
            <a:off x="5793150" y="2414548"/>
            <a:ext cx="258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4" name="Google Shape;524;p19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5" name="Google Shape;525;p19"/>
          <p:cNvSpPr txBox="1"/>
          <p:nvPr>
            <p:ph hasCustomPrompt="1" idx="7" type="title"/>
          </p:nvPr>
        </p:nvSpPr>
        <p:spPr>
          <a:xfrm>
            <a:off x="764425" y="1735139"/>
            <a:ext cx="25875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26" name="Google Shape;526;p19"/>
          <p:cNvSpPr txBox="1"/>
          <p:nvPr>
            <p:ph hasCustomPrompt="1" idx="8" type="title"/>
          </p:nvPr>
        </p:nvSpPr>
        <p:spPr>
          <a:xfrm>
            <a:off x="3278250" y="3030303"/>
            <a:ext cx="25875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27" name="Google Shape;527;p19"/>
          <p:cNvSpPr txBox="1"/>
          <p:nvPr>
            <p:ph hasCustomPrompt="1" idx="9" type="title"/>
          </p:nvPr>
        </p:nvSpPr>
        <p:spPr>
          <a:xfrm>
            <a:off x="5793150" y="1735139"/>
            <a:ext cx="25875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28" name="Google Shape;528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3_3_1">
    <p:bg>
      <p:bgPr>
        <a:gradFill>
          <a:gsLst>
            <a:gs pos="0">
              <a:schemeClr val="lt1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0"/>
          <p:cNvSpPr/>
          <p:nvPr/>
        </p:nvSpPr>
        <p:spPr>
          <a:xfrm>
            <a:off x="716225" y="1486875"/>
            <a:ext cx="7711500" cy="25407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1" name="Google Shape;531;p20"/>
          <p:cNvGrpSpPr/>
          <p:nvPr/>
        </p:nvGrpSpPr>
        <p:grpSpPr>
          <a:xfrm>
            <a:off x="2015938" y="4285977"/>
            <a:ext cx="1381816" cy="1381851"/>
            <a:chOff x="3263475" y="934700"/>
            <a:chExt cx="986800" cy="986825"/>
          </a:xfrm>
        </p:grpSpPr>
        <p:sp>
          <p:nvSpPr>
            <p:cNvPr id="532" name="Google Shape;532;p20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9" name="Google Shape;549;p20"/>
          <p:cNvGrpSpPr/>
          <p:nvPr/>
        </p:nvGrpSpPr>
        <p:grpSpPr>
          <a:xfrm flipH="1">
            <a:off x="6043238" y="4602450"/>
            <a:ext cx="1067600" cy="1145300"/>
            <a:chOff x="5464750" y="3457150"/>
            <a:chExt cx="1067600" cy="1145300"/>
          </a:xfrm>
        </p:grpSpPr>
        <p:cxnSp>
          <p:nvCxnSpPr>
            <p:cNvPr id="550" name="Google Shape;550;p20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1" name="Google Shape;551;p20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2" name="Google Shape;552;p20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53" name="Google Shape;553;p20"/>
          <p:cNvGrpSpPr/>
          <p:nvPr/>
        </p:nvGrpSpPr>
        <p:grpSpPr>
          <a:xfrm flipH="1">
            <a:off x="-475200" y="382175"/>
            <a:ext cx="1067600" cy="1145300"/>
            <a:chOff x="5464750" y="3457150"/>
            <a:chExt cx="1067600" cy="1145300"/>
          </a:xfrm>
        </p:grpSpPr>
        <p:cxnSp>
          <p:nvCxnSpPr>
            <p:cNvPr id="554" name="Google Shape;554;p20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" name="Google Shape;555;p20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" name="Google Shape;556;p20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7" name="Google Shape;557;p20"/>
          <p:cNvSpPr txBox="1"/>
          <p:nvPr>
            <p:ph idx="1" type="subTitle"/>
          </p:nvPr>
        </p:nvSpPr>
        <p:spPr>
          <a:xfrm>
            <a:off x="983075" y="2735526"/>
            <a:ext cx="22587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8" name="Google Shape;558;p20"/>
          <p:cNvSpPr txBox="1"/>
          <p:nvPr>
            <p:ph idx="2" type="subTitle"/>
          </p:nvPr>
        </p:nvSpPr>
        <p:spPr>
          <a:xfrm>
            <a:off x="983075" y="3040249"/>
            <a:ext cx="2258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20"/>
          <p:cNvSpPr txBox="1"/>
          <p:nvPr>
            <p:ph idx="3" type="subTitle"/>
          </p:nvPr>
        </p:nvSpPr>
        <p:spPr>
          <a:xfrm>
            <a:off x="3442650" y="2735526"/>
            <a:ext cx="22587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0" name="Google Shape;560;p20"/>
          <p:cNvSpPr txBox="1"/>
          <p:nvPr>
            <p:ph idx="4" type="subTitle"/>
          </p:nvPr>
        </p:nvSpPr>
        <p:spPr>
          <a:xfrm>
            <a:off x="3442650" y="3040249"/>
            <a:ext cx="2258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1" name="Google Shape;561;p20"/>
          <p:cNvSpPr txBox="1"/>
          <p:nvPr>
            <p:ph idx="5" type="subTitle"/>
          </p:nvPr>
        </p:nvSpPr>
        <p:spPr>
          <a:xfrm>
            <a:off x="5902225" y="2735526"/>
            <a:ext cx="22587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p20"/>
          <p:cNvSpPr txBox="1"/>
          <p:nvPr>
            <p:ph idx="6" type="subTitle"/>
          </p:nvPr>
        </p:nvSpPr>
        <p:spPr>
          <a:xfrm>
            <a:off x="5902225" y="3040249"/>
            <a:ext cx="2258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3" name="Google Shape;563;p20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4" name="Google Shape;564;p20"/>
          <p:cNvSpPr txBox="1"/>
          <p:nvPr>
            <p:ph hasCustomPrompt="1" idx="7" type="title"/>
          </p:nvPr>
        </p:nvSpPr>
        <p:spPr>
          <a:xfrm>
            <a:off x="983075" y="1922450"/>
            <a:ext cx="2258700" cy="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65" name="Google Shape;565;p20"/>
          <p:cNvSpPr txBox="1"/>
          <p:nvPr>
            <p:ph hasCustomPrompt="1" idx="8" type="title"/>
          </p:nvPr>
        </p:nvSpPr>
        <p:spPr>
          <a:xfrm>
            <a:off x="3442650" y="1922450"/>
            <a:ext cx="2258700" cy="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66" name="Google Shape;566;p20"/>
          <p:cNvSpPr txBox="1"/>
          <p:nvPr>
            <p:ph hasCustomPrompt="1" idx="9" type="title"/>
          </p:nvPr>
        </p:nvSpPr>
        <p:spPr>
          <a:xfrm>
            <a:off x="5902225" y="1922450"/>
            <a:ext cx="2258700" cy="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67" name="Google Shape;56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3_3_1_1">
    <p:bg>
      <p:bgPr>
        <a:gradFill>
          <a:gsLst>
            <a:gs pos="0">
              <a:schemeClr val="lt1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1"/>
          <p:cNvSpPr/>
          <p:nvPr/>
        </p:nvSpPr>
        <p:spPr>
          <a:xfrm flipH="1">
            <a:off x="715250" y="1140075"/>
            <a:ext cx="7717800" cy="34692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0" name="Google Shape;570;p21"/>
          <p:cNvGrpSpPr/>
          <p:nvPr/>
        </p:nvGrpSpPr>
        <p:grpSpPr>
          <a:xfrm flipH="1">
            <a:off x="-404887" y="2610225"/>
            <a:ext cx="1067600" cy="1145300"/>
            <a:chOff x="5464750" y="3457150"/>
            <a:chExt cx="1067600" cy="1145300"/>
          </a:xfrm>
        </p:grpSpPr>
        <p:cxnSp>
          <p:nvCxnSpPr>
            <p:cNvPr id="571" name="Google Shape;571;p21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2" name="Google Shape;572;p21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3" name="Google Shape;573;p21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74" name="Google Shape;574;p21"/>
          <p:cNvGrpSpPr/>
          <p:nvPr/>
        </p:nvGrpSpPr>
        <p:grpSpPr>
          <a:xfrm flipH="1">
            <a:off x="8268800" y="4463175"/>
            <a:ext cx="1067600" cy="1145300"/>
            <a:chOff x="5464750" y="3457150"/>
            <a:chExt cx="1067600" cy="1145300"/>
          </a:xfrm>
        </p:grpSpPr>
        <p:cxnSp>
          <p:nvCxnSpPr>
            <p:cNvPr id="575" name="Google Shape;575;p21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p21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7" name="Google Shape;577;p21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8" name="Google Shape;578;p21"/>
          <p:cNvSpPr txBox="1"/>
          <p:nvPr>
            <p:ph idx="1" type="subTitle"/>
          </p:nvPr>
        </p:nvSpPr>
        <p:spPr>
          <a:xfrm>
            <a:off x="913498" y="3371587"/>
            <a:ext cx="17151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9" name="Google Shape;579;p21"/>
          <p:cNvSpPr txBox="1"/>
          <p:nvPr>
            <p:ph idx="2" type="subTitle"/>
          </p:nvPr>
        </p:nvSpPr>
        <p:spPr>
          <a:xfrm>
            <a:off x="913500" y="3579222"/>
            <a:ext cx="17151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0" name="Google Shape;580;p21"/>
          <p:cNvSpPr txBox="1"/>
          <p:nvPr>
            <p:ph idx="3" type="subTitle"/>
          </p:nvPr>
        </p:nvSpPr>
        <p:spPr>
          <a:xfrm>
            <a:off x="2780799" y="3371587"/>
            <a:ext cx="17151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1" name="Google Shape;581;p21"/>
          <p:cNvSpPr txBox="1"/>
          <p:nvPr>
            <p:ph idx="4" type="subTitle"/>
          </p:nvPr>
        </p:nvSpPr>
        <p:spPr>
          <a:xfrm>
            <a:off x="2780800" y="3579222"/>
            <a:ext cx="17151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2" name="Google Shape;582;p21"/>
          <p:cNvSpPr txBox="1"/>
          <p:nvPr>
            <p:ph idx="5" type="subTitle"/>
          </p:nvPr>
        </p:nvSpPr>
        <p:spPr>
          <a:xfrm>
            <a:off x="4648101" y="3371587"/>
            <a:ext cx="17151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p21"/>
          <p:cNvSpPr txBox="1"/>
          <p:nvPr>
            <p:ph idx="6" type="subTitle"/>
          </p:nvPr>
        </p:nvSpPr>
        <p:spPr>
          <a:xfrm>
            <a:off x="4648101" y="3579222"/>
            <a:ext cx="17151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4" name="Google Shape;584;p21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5" name="Google Shape;585;p21"/>
          <p:cNvSpPr txBox="1"/>
          <p:nvPr>
            <p:ph hasCustomPrompt="1" idx="7" type="title"/>
          </p:nvPr>
        </p:nvSpPr>
        <p:spPr>
          <a:xfrm>
            <a:off x="913498" y="2715892"/>
            <a:ext cx="1715100" cy="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86" name="Google Shape;586;p21"/>
          <p:cNvSpPr txBox="1"/>
          <p:nvPr>
            <p:ph hasCustomPrompt="1" idx="8" type="title"/>
          </p:nvPr>
        </p:nvSpPr>
        <p:spPr>
          <a:xfrm>
            <a:off x="2780799" y="2715892"/>
            <a:ext cx="1715100" cy="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87" name="Google Shape;587;p21"/>
          <p:cNvSpPr txBox="1"/>
          <p:nvPr>
            <p:ph hasCustomPrompt="1" idx="9" type="title"/>
          </p:nvPr>
        </p:nvSpPr>
        <p:spPr>
          <a:xfrm>
            <a:off x="4648101" y="2715892"/>
            <a:ext cx="1715100" cy="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88" name="Google Shape;588;p21"/>
          <p:cNvSpPr txBox="1"/>
          <p:nvPr>
            <p:ph idx="13" type="subTitle"/>
          </p:nvPr>
        </p:nvSpPr>
        <p:spPr>
          <a:xfrm>
            <a:off x="6515402" y="3365312"/>
            <a:ext cx="17151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21"/>
          <p:cNvSpPr txBox="1"/>
          <p:nvPr>
            <p:ph idx="14" type="subTitle"/>
          </p:nvPr>
        </p:nvSpPr>
        <p:spPr>
          <a:xfrm>
            <a:off x="6515401" y="3571456"/>
            <a:ext cx="17151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21"/>
          <p:cNvSpPr txBox="1"/>
          <p:nvPr>
            <p:ph hasCustomPrompt="1" idx="15" type="title"/>
          </p:nvPr>
        </p:nvSpPr>
        <p:spPr>
          <a:xfrm>
            <a:off x="6515402" y="2709617"/>
            <a:ext cx="1715100" cy="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91" name="Google Shape;59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3_2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2698631" scaled="0"/>
        </a:gra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2"/>
          <p:cNvSpPr/>
          <p:nvPr/>
        </p:nvSpPr>
        <p:spPr>
          <a:xfrm flipH="1">
            <a:off x="715250" y="1140075"/>
            <a:ext cx="7717800" cy="34692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4" name="Google Shape;594;p22"/>
          <p:cNvGrpSpPr/>
          <p:nvPr/>
        </p:nvGrpSpPr>
        <p:grpSpPr>
          <a:xfrm flipH="1">
            <a:off x="-404887" y="2610225"/>
            <a:ext cx="1067600" cy="1145300"/>
            <a:chOff x="5464750" y="3457150"/>
            <a:chExt cx="1067600" cy="1145300"/>
          </a:xfrm>
        </p:grpSpPr>
        <p:cxnSp>
          <p:nvCxnSpPr>
            <p:cNvPr id="595" name="Google Shape;595;p22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6" name="Google Shape;596;p22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7" name="Google Shape;597;p22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98" name="Google Shape;598;p22"/>
          <p:cNvGrpSpPr/>
          <p:nvPr/>
        </p:nvGrpSpPr>
        <p:grpSpPr>
          <a:xfrm flipH="1">
            <a:off x="7973525" y="4206000"/>
            <a:ext cx="1067600" cy="1145300"/>
            <a:chOff x="5464750" y="3457150"/>
            <a:chExt cx="1067600" cy="1145300"/>
          </a:xfrm>
        </p:grpSpPr>
        <p:cxnSp>
          <p:nvCxnSpPr>
            <p:cNvPr id="599" name="Google Shape;599;p22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" name="Google Shape;600;p22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" name="Google Shape;601;p22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02" name="Google Shape;602;p22"/>
          <p:cNvSpPr txBox="1"/>
          <p:nvPr>
            <p:ph idx="1" type="subTitle"/>
          </p:nvPr>
        </p:nvSpPr>
        <p:spPr>
          <a:xfrm>
            <a:off x="1092245" y="1783131"/>
            <a:ext cx="20481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3" name="Google Shape;603;p22"/>
          <p:cNvSpPr txBox="1"/>
          <p:nvPr>
            <p:ph idx="2" type="subTitle"/>
          </p:nvPr>
        </p:nvSpPr>
        <p:spPr>
          <a:xfrm>
            <a:off x="1092246" y="2040228"/>
            <a:ext cx="20481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4" name="Google Shape;604;p22"/>
          <p:cNvSpPr txBox="1"/>
          <p:nvPr>
            <p:ph idx="3" type="subTitle"/>
          </p:nvPr>
        </p:nvSpPr>
        <p:spPr>
          <a:xfrm>
            <a:off x="3553760" y="1783131"/>
            <a:ext cx="20403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22"/>
          <p:cNvSpPr txBox="1"/>
          <p:nvPr>
            <p:ph idx="4" type="subTitle"/>
          </p:nvPr>
        </p:nvSpPr>
        <p:spPr>
          <a:xfrm>
            <a:off x="3553761" y="2040228"/>
            <a:ext cx="20403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22"/>
          <p:cNvSpPr txBox="1"/>
          <p:nvPr>
            <p:ph idx="5" type="subTitle"/>
          </p:nvPr>
        </p:nvSpPr>
        <p:spPr>
          <a:xfrm>
            <a:off x="6011388" y="1783131"/>
            <a:ext cx="20442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22"/>
          <p:cNvSpPr txBox="1"/>
          <p:nvPr>
            <p:ph idx="6" type="subTitle"/>
          </p:nvPr>
        </p:nvSpPr>
        <p:spPr>
          <a:xfrm>
            <a:off x="6011389" y="2040228"/>
            <a:ext cx="20442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22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9" name="Google Shape;609;p22"/>
          <p:cNvSpPr txBox="1"/>
          <p:nvPr>
            <p:ph idx="7" type="subTitle"/>
          </p:nvPr>
        </p:nvSpPr>
        <p:spPr>
          <a:xfrm>
            <a:off x="1088411" y="3220191"/>
            <a:ext cx="20481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0" name="Google Shape;610;p22"/>
          <p:cNvSpPr txBox="1"/>
          <p:nvPr>
            <p:ph idx="8" type="subTitle"/>
          </p:nvPr>
        </p:nvSpPr>
        <p:spPr>
          <a:xfrm>
            <a:off x="1088411" y="3477288"/>
            <a:ext cx="20481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22"/>
          <p:cNvSpPr txBox="1"/>
          <p:nvPr>
            <p:ph idx="9" type="subTitle"/>
          </p:nvPr>
        </p:nvSpPr>
        <p:spPr>
          <a:xfrm>
            <a:off x="3549939" y="3220191"/>
            <a:ext cx="20403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2" name="Google Shape;612;p22"/>
          <p:cNvSpPr txBox="1"/>
          <p:nvPr>
            <p:ph idx="13" type="subTitle"/>
          </p:nvPr>
        </p:nvSpPr>
        <p:spPr>
          <a:xfrm>
            <a:off x="3549940" y="3477288"/>
            <a:ext cx="20403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3" name="Google Shape;613;p22"/>
          <p:cNvSpPr txBox="1"/>
          <p:nvPr>
            <p:ph idx="14" type="subTitle"/>
          </p:nvPr>
        </p:nvSpPr>
        <p:spPr>
          <a:xfrm>
            <a:off x="6007561" y="3220191"/>
            <a:ext cx="20442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4" name="Google Shape;614;p22"/>
          <p:cNvSpPr txBox="1"/>
          <p:nvPr>
            <p:ph idx="15" type="subTitle"/>
          </p:nvPr>
        </p:nvSpPr>
        <p:spPr>
          <a:xfrm>
            <a:off x="6007562" y="3477288"/>
            <a:ext cx="20442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5" name="Google Shape;615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4">
    <p:bg>
      <p:bgPr>
        <a:gradFill>
          <a:gsLst>
            <a:gs pos="0">
              <a:schemeClr val="lt1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3"/>
          <p:cNvSpPr/>
          <p:nvPr/>
        </p:nvSpPr>
        <p:spPr>
          <a:xfrm flipH="1">
            <a:off x="-17250" y="771450"/>
            <a:ext cx="8816400" cy="36006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8" name="Google Shape;618;p23"/>
          <p:cNvGrpSpPr/>
          <p:nvPr/>
        </p:nvGrpSpPr>
        <p:grpSpPr>
          <a:xfrm>
            <a:off x="2441163" y="4516102"/>
            <a:ext cx="1381816" cy="1381851"/>
            <a:chOff x="3263475" y="934700"/>
            <a:chExt cx="986800" cy="986825"/>
          </a:xfrm>
        </p:grpSpPr>
        <p:sp>
          <p:nvSpPr>
            <p:cNvPr id="619" name="Google Shape;619;p23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3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3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3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3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3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3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3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3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3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3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6" name="Google Shape;636;p23"/>
          <p:cNvGrpSpPr/>
          <p:nvPr/>
        </p:nvGrpSpPr>
        <p:grpSpPr>
          <a:xfrm flipH="1">
            <a:off x="6073163" y="4602450"/>
            <a:ext cx="1067600" cy="1145300"/>
            <a:chOff x="5464750" y="3457150"/>
            <a:chExt cx="1067600" cy="1145300"/>
          </a:xfrm>
        </p:grpSpPr>
        <p:cxnSp>
          <p:nvCxnSpPr>
            <p:cNvPr id="637" name="Google Shape;637;p23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8" name="Google Shape;638;p23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9" name="Google Shape;639;p23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0" name="Google Shape;640;p23"/>
          <p:cNvGrpSpPr/>
          <p:nvPr/>
        </p:nvGrpSpPr>
        <p:grpSpPr>
          <a:xfrm flipH="1">
            <a:off x="1480175" y="-517900"/>
            <a:ext cx="1067600" cy="1145300"/>
            <a:chOff x="5464750" y="3457150"/>
            <a:chExt cx="1067600" cy="1145300"/>
          </a:xfrm>
        </p:grpSpPr>
        <p:cxnSp>
          <p:nvCxnSpPr>
            <p:cNvPr id="641" name="Google Shape;641;p23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23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3" name="Google Shape;643;p23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4" name="Google Shape;644;p23"/>
          <p:cNvSpPr txBox="1"/>
          <p:nvPr>
            <p:ph type="title"/>
          </p:nvPr>
        </p:nvSpPr>
        <p:spPr>
          <a:xfrm>
            <a:off x="3778675" y="2593650"/>
            <a:ext cx="46491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5" name="Google Shape;645;p23"/>
          <p:cNvSpPr txBox="1"/>
          <p:nvPr>
            <p:ph hasCustomPrompt="1" idx="2" type="title"/>
          </p:nvPr>
        </p:nvSpPr>
        <p:spPr>
          <a:xfrm>
            <a:off x="6079975" y="1011613"/>
            <a:ext cx="2347800" cy="15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6" name="Google Shape;646;p23"/>
          <p:cNvSpPr txBox="1"/>
          <p:nvPr>
            <p:ph idx="1" type="subTitle"/>
          </p:nvPr>
        </p:nvSpPr>
        <p:spPr>
          <a:xfrm>
            <a:off x="3778675" y="3379498"/>
            <a:ext cx="4649100" cy="447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7" name="Google Shape;64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4_1">
    <p:bg>
      <p:bgPr>
        <a:gradFill>
          <a:gsLst>
            <a:gs pos="0">
              <a:schemeClr val="lt1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4"/>
          <p:cNvSpPr/>
          <p:nvPr/>
        </p:nvSpPr>
        <p:spPr>
          <a:xfrm>
            <a:off x="351266" y="771450"/>
            <a:ext cx="8816400" cy="36006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0" name="Google Shape;650;p24"/>
          <p:cNvGrpSpPr/>
          <p:nvPr/>
        </p:nvGrpSpPr>
        <p:grpSpPr>
          <a:xfrm>
            <a:off x="1565738" y="4516102"/>
            <a:ext cx="1381816" cy="1381851"/>
            <a:chOff x="3263475" y="934700"/>
            <a:chExt cx="986800" cy="986825"/>
          </a:xfrm>
        </p:grpSpPr>
        <p:sp>
          <p:nvSpPr>
            <p:cNvPr id="651" name="Google Shape;651;p24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4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8" name="Google Shape;668;p24"/>
          <p:cNvGrpSpPr/>
          <p:nvPr/>
        </p:nvGrpSpPr>
        <p:grpSpPr>
          <a:xfrm flipH="1">
            <a:off x="6073163" y="4602450"/>
            <a:ext cx="1067600" cy="1145300"/>
            <a:chOff x="5464750" y="3457150"/>
            <a:chExt cx="1067600" cy="1145300"/>
          </a:xfrm>
        </p:grpSpPr>
        <p:cxnSp>
          <p:nvCxnSpPr>
            <p:cNvPr id="669" name="Google Shape;669;p24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0" name="Google Shape;670;p24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" name="Google Shape;671;p24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72" name="Google Shape;672;p24"/>
          <p:cNvGrpSpPr/>
          <p:nvPr/>
        </p:nvGrpSpPr>
        <p:grpSpPr>
          <a:xfrm flipH="1">
            <a:off x="1480175" y="-517900"/>
            <a:ext cx="1067600" cy="1145300"/>
            <a:chOff x="5464750" y="3457150"/>
            <a:chExt cx="1067600" cy="1145300"/>
          </a:xfrm>
        </p:grpSpPr>
        <p:cxnSp>
          <p:nvCxnSpPr>
            <p:cNvPr id="673" name="Google Shape;673;p24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24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5" name="Google Shape;675;p24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6" name="Google Shape;676;p24"/>
          <p:cNvSpPr txBox="1"/>
          <p:nvPr>
            <p:ph type="title"/>
          </p:nvPr>
        </p:nvSpPr>
        <p:spPr>
          <a:xfrm>
            <a:off x="711949" y="2548650"/>
            <a:ext cx="46491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7" name="Google Shape;677;p24"/>
          <p:cNvSpPr txBox="1"/>
          <p:nvPr>
            <p:ph hasCustomPrompt="1" idx="2" type="title"/>
          </p:nvPr>
        </p:nvSpPr>
        <p:spPr>
          <a:xfrm>
            <a:off x="711949" y="966623"/>
            <a:ext cx="2235600" cy="15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8" name="Google Shape;678;p24"/>
          <p:cNvSpPr txBox="1"/>
          <p:nvPr>
            <p:ph idx="1" type="subTitle"/>
          </p:nvPr>
        </p:nvSpPr>
        <p:spPr>
          <a:xfrm>
            <a:off x="711949" y="3334509"/>
            <a:ext cx="4649100" cy="447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9" name="Google Shape;67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4_1_1">
    <p:bg>
      <p:bgPr>
        <a:gradFill>
          <a:gsLst>
            <a:gs pos="0">
              <a:schemeClr val="lt1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5"/>
          <p:cNvSpPr/>
          <p:nvPr/>
        </p:nvSpPr>
        <p:spPr>
          <a:xfrm flipH="1">
            <a:off x="715250" y="-3025"/>
            <a:ext cx="7717800" cy="32733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2" name="Google Shape;682;p25"/>
          <p:cNvGrpSpPr/>
          <p:nvPr/>
        </p:nvGrpSpPr>
        <p:grpSpPr>
          <a:xfrm>
            <a:off x="5048238" y="4732127"/>
            <a:ext cx="1381816" cy="1381851"/>
            <a:chOff x="3263475" y="934700"/>
            <a:chExt cx="986800" cy="986825"/>
          </a:xfrm>
        </p:grpSpPr>
        <p:sp>
          <p:nvSpPr>
            <p:cNvPr id="683" name="Google Shape;683;p25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5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5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5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5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5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5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5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0" name="Google Shape;700;p25"/>
          <p:cNvGrpSpPr/>
          <p:nvPr/>
        </p:nvGrpSpPr>
        <p:grpSpPr>
          <a:xfrm>
            <a:off x="7277775" y="693713"/>
            <a:ext cx="748950" cy="170700"/>
            <a:chOff x="545575" y="515313"/>
            <a:chExt cx="748950" cy="170700"/>
          </a:xfrm>
        </p:grpSpPr>
        <p:sp>
          <p:nvSpPr>
            <p:cNvPr id="701" name="Google Shape;701;p25"/>
            <p:cNvSpPr/>
            <p:nvPr/>
          </p:nvSpPr>
          <p:spPr>
            <a:xfrm>
              <a:off x="545575" y="515313"/>
              <a:ext cx="170700" cy="170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834700" y="515313"/>
              <a:ext cx="170700" cy="170700"/>
            </a:xfrm>
            <a:prstGeom prst="ellipse">
              <a:avLst/>
            </a:prstGeom>
            <a:solidFill>
              <a:srgbClr val="7C6496">
                <a:alpha val="671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1123825" y="515313"/>
              <a:ext cx="170700" cy="170700"/>
            </a:xfrm>
            <a:prstGeom prst="ellipse">
              <a:avLst/>
            </a:prstGeom>
            <a:solidFill>
              <a:srgbClr val="7C6496">
                <a:alpha val="37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4" name="Google Shape;704;p25"/>
          <p:cNvGrpSpPr/>
          <p:nvPr/>
        </p:nvGrpSpPr>
        <p:grpSpPr>
          <a:xfrm flipH="1">
            <a:off x="-561987" y="1174550"/>
            <a:ext cx="1067600" cy="1145300"/>
            <a:chOff x="5464750" y="3457150"/>
            <a:chExt cx="1067600" cy="1145300"/>
          </a:xfrm>
        </p:grpSpPr>
        <p:cxnSp>
          <p:nvCxnSpPr>
            <p:cNvPr id="705" name="Google Shape;705;p25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6" name="Google Shape;706;p25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7" name="Google Shape;707;p25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08" name="Google Shape;708;p25"/>
          <p:cNvGrpSpPr/>
          <p:nvPr/>
        </p:nvGrpSpPr>
        <p:grpSpPr>
          <a:xfrm flipH="1">
            <a:off x="8549700" y="3015000"/>
            <a:ext cx="1067600" cy="1145300"/>
            <a:chOff x="5464750" y="3457150"/>
            <a:chExt cx="1067600" cy="1145300"/>
          </a:xfrm>
        </p:grpSpPr>
        <p:cxnSp>
          <p:nvCxnSpPr>
            <p:cNvPr id="709" name="Google Shape;709;p25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" name="Google Shape;710;p25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1" name="Google Shape;711;p25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12" name="Google Shape;712;p25"/>
          <p:cNvSpPr txBox="1"/>
          <p:nvPr>
            <p:ph type="title"/>
          </p:nvPr>
        </p:nvSpPr>
        <p:spPr>
          <a:xfrm>
            <a:off x="3431575" y="3423075"/>
            <a:ext cx="46491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3" name="Google Shape;713;p25"/>
          <p:cNvSpPr txBox="1"/>
          <p:nvPr>
            <p:ph hasCustomPrompt="1" idx="2" type="title"/>
          </p:nvPr>
        </p:nvSpPr>
        <p:spPr>
          <a:xfrm>
            <a:off x="984762" y="3113500"/>
            <a:ext cx="2441700" cy="15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/>
          <p:nvPr>
            <p:ph idx="1" type="subTitle"/>
          </p:nvPr>
        </p:nvSpPr>
        <p:spPr>
          <a:xfrm>
            <a:off x="3431575" y="4151786"/>
            <a:ext cx="4649100" cy="447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5" name="Google Shape;71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4_1_1_1">
    <p:bg>
      <p:bgPr>
        <a:gradFill>
          <a:gsLst>
            <a:gs pos="0">
              <a:schemeClr val="lt1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6"/>
          <p:cNvSpPr/>
          <p:nvPr/>
        </p:nvSpPr>
        <p:spPr>
          <a:xfrm flipH="1">
            <a:off x="713100" y="2319850"/>
            <a:ext cx="7717800" cy="286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8" name="Google Shape;718;p26"/>
          <p:cNvGrpSpPr/>
          <p:nvPr/>
        </p:nvGrpSpPr>
        <p:grpSpPr>
          <a:xfrm>
            <a:off x="8540163" y="3516865"/>
            <a:ext cx="1381816" cy="1381851"/>
            <a:chOff x="3263475" y="934700"/>
            <a:chExt cx="986800" cy="986825"/>
          </a:xfrm>
        </p:grpSpPr>
        <p:sp>
          <p:nvSpPr>
            <p:cNvPr id="719" name="Google Shape;719;p26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6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6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26"/>
          <p:cNvGrpSpPr/>
          <p:nvPr/>
        </p:nvGrpSpPr>
        <p:grpSpPr>
          <a:xfrm flipH="1">
            <a:off x="-351387" y="588150"/>
            <a:ext cx="1067600" cy="1145300"/>
            <a:chOff x="5464750" y="3457150"/>
            <a:chExt cx="1067600" cy="1145300"/>
          </a:xfrm>
        </p:grpSpPr>
        <p:cxnSp>
          <p:nvCxnSpPr>
            <p:cNvPr id="737" name="Google Shape;737;p26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" name="Google Shape;738;p26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" name="Google Shape;739;p26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0" name="Google Shape;740;p26"/>
          <p:cNvGrpSpPr/>
          <p:nvPr/>
        </p:nvGrpSpPr>
        <p:grpSpPr>
          <a:xfrm flipH="1">
            <a:off x="8540175" y="1733450"/>
            <a:ext cx="1067600" cy="1145300"/>
            <a:chOff x="5464750" y="3457150"/>
            <a:chExt cx="1067600" cy="1145300"/>
          </a:xfrm>
        </p:grpSpPr>
        <p:cxnSp>
          <p:nvCxnSpPr>
            <p:cNvPr id="741" name="Google Shape;741;p26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2" name="Google Shape;742;p26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3" name="Google Shape;743;p26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4" name="Google Shape;744;p26"/>
          <p:cNvSpPr txBox="1"/>
          <p:nvPr>
            <p:ph type="title"/>
          </p:nvPr>
        </p:nvSpPr>
        <p:spPr>
          <a:xfrm>
            <a:off x="3532550" y="805750"/>
            <a:ext cx="46491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5" name="Google Shape;745;p26"/>
          <p:cNvSpPr txBox="1"/>
          <p:nvPr>
            <p:ph hasCustomPrompt="1" idx="2" type="title"/>
          </p:nvPr>
        </p:nvSpPr>
        <p:spPr>
          <a:xfrm>
            <a:off x="1228250" y="583566"/>
            <a:ext cx="2304300" cy="13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6" name="Google Shape;746;p26"/>
          <p:cNvSpPr txBox="1"/>
          <p:nvPr>
            <p:ph idx="1" type="subTitle"/>
          </p:nvPr>
        </p:nvSpPr>
        <p:spPr>
          <a:xfrm>
            <a:off x="3532550" y="1591611"/>
            <a:ext cx="4649100" cy="447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7" name="Google Shape;747;p26"/>
          <p:cNvGrpSpPr/>
          <p:nvPr/>
        </p:nvGrpSpPr>
        <p:grpSpPr>
          <a:xfrm>
            <a:off x="7392075" y="4431738"/>
            <a:ext cx="748950" cy="170700"/>
            <a:chOff x="545575" y="515313"/>
            <a:chExt cx="748950" cy="170700"/>
          </a:xfrm>
        </p:grpSpPr>
        <p:sp>
          <p:nvSpPr>
            <p:cNvPr id="748" name="Google Shape;748;p26"/>
            <p:cNvSpPr/>
            <p:nvPr/>
          </p:nvSpPr>
          <p:spPr>
            <a:xfrm>
              <a:off x="545575" y="515313"/>
              <a:ext cx="170700" cy="170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834700" y="515313"/>
              <a:ext cx="170700" cy="170700"/>
            </a:xfrm>
            <a:prstGeom prst="ellipse">
              <a:avLst/>
            </a:prstGeom>
            <a:solidFill>
              <a:srgbClr val="7C6496">
                <a:alpha val="671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1123825" y="515313"/>
              <a:ext cx="170700" cy="170700"/>
            </a:xfrm>
            <a:prstGeom prst="ellipse">
              <a:avLst/>
            </a:prstGeom>
            <a:solidFill>
              <a:srgbClr val="7C6496">
                <a:alpha val="37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1" name="Google Shape;75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4_1_1_1_1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2698631" scaled="0"/>
        </a:gra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7"/>
          <p:cNvSpPr/>
          <p:nvPr/>
        </p:nvSpPr>
        <p:spPr>
          <a:xfrm flipH="1" rot="10800000">
            <a:off x="1902725" y="1140075"/>
            <a:ext cx="5334000" cy="30306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4" name="Google Shape;754;p27"/>
          <p:cNvGrpSpPr/>
          <p:nvPr/>
        </p:nvGrpSpPr>
        <p:grpSpPr>
          <a:xfrm flipH="1">
            <a:off x="5276639" y="4505852"/>
            <a:ext cx="1381816" cy="1381851"/>
            <a:chOff x="3263475" y="934700"/>
            <a:chExt cx="986800" cy="986825"/>
          </a:xfrm>
        </p:grpSpPr>
        <p:sp>
          <p:nvSpPr>
            <p:cNvPr id="755" name="Google Shape;755;p27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7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7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7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7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7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7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7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7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7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7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7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7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7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7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7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7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2" name="Google Shape;772;p27"/>
          <p:cNvGrpSpPr/>
          <p:nvPr/>
        </p:nvGrpSpPr>
        <p:grpSpPr>
          <a:xfrm>
            <a:off x="7080305" y="-189075"/>
            <a:ext cx="1067600" cy="1145300"/>
            <a:chOff x="5464750" y="3457150"/>
            <a:chExt cx="1067600" cy="1145300"/>
          </a:xfrm>
        </p:grpSpPr>
        <p:cxnSp>
          <p:nvCxnSpPr>
            <p:cNvPr id="773" name="Google Shape;773;p27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4" name="Google Shape;774;p27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5" name="Google Shape;775;p27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76" name="Google Shape;776;p27"/>
          <p:cNvGrpSpPr/>
          <p:nvPr/>
        </p:nvGrpSpPr>
        <p:grpSpPr>
          <a:xfrm>
            <a:off x="1761918" y="4551613"/>
            <a:ext cx="1067600" cy="1145300"/>
            <a:chOff x="5464750" y="3457150"/>
            <a:chExt cx="1067600" cy="1145300"/>
          </a:xfrm>
        </p:grpSpPr>
        <p:cxnSp>
          <p:nvCxnSpPr>
            <p:cNvPr id="777" name="Google Shape;777;p27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8" name="Google Shape;778;p27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9" name="Google Shape;779;p27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80" name="Google Shape;780;p27"/>
          <p:cNvGrpSpPr/>
          <p:nvPr/>
        </p:nvGrpSpPr>
        <p:grpSpPr>
          <a:xfrm flipH="1">
            <a:off x="4197537" y="695485"/>
            <a:ext cx="748950" cy="170700"/>
            <a:chOff x="545575" y="515313"/>
            <a:chExt cx="748950" cy="170700"/>
          </a:xfrm>
        </p:grpSpPr>
        <p:sp>
          <p:nvSpPr>
            <p:cNvPr id="781" name="Google Shape;781;p27"/>
            <p:cNvSpPr/>
            <p:nvPr/>
          </p:nvSpPr>
          <p:spPr>
            <a:xfrm>
              <a:off x="545575" y="515313"/>
              <a:ext cx="170700" cy="170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834700" y="515313"/>
              <a:ext cx="170700" cy="170700"/>
            </a:xfrm>
            <a:prstGeom prst="ellipse">
              <a:avLst/>
            </a:prstGeom>
            <a:solidFill>
              <a:srgbClr val="7C6496">
                <a:alpha val="671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1123825" y="515313"/>
              <a:ext cx="170700" cy="170700"/>
            </a:xfrm>
            <a:prstGeom prst="ellipse">
              <a:avLst/>
            </a:prstGeom>
            <a:solidFill>
              <a:srgbClr val="7C6496">
                <a:alpha val="37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4" name="Google Shape;784;p27"/>
          <p:cNvSpPr txBox="1"/>
          <p:nvPr>
            <p:ph type="title"/>
          </p:nvPr>
        </p:nvSpPr>
        <p:spPr>
          <a:xfrm>
            <a:off x="2247450" y="2559775"/>
            <a:ext cx="46491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5" name="Google Shape;785;p27"/>
          <p:cNvSpPr txBox="1"/>
          <p:nvPr>
            <p:ph hasCustomPrompt="1" idx="2" type="title"/>
          </p:nvPr>
        </p:nvSpPr>
        <p:spPr>
          <a:xfrm>
            <a:off x="3301200" y="977750"/>
            <a:ext cx="2541600" cy="15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86" name="Google Shape;786;p27"/>
          <p:cNvSpPr txBox="1"/>
          <p:nvPr>
            <p:ph idx="1" type="subTitle"/>
          </p:nvPr>
        </p:nvSpPr>
        <p:spPr>
          <a:xfrm>
            <a:off x="2247450" y="3345636"/>
            <a:ext cx="4649100" cy="447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7" name="Google Shape;787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7_1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8099331" scaled="0"/>
        </a:gra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28"/>
          <p:cNvSpPr/>
          <p:nvPr/>
        </p:nvSpPr>
        <p:spPr>
          <a:xfrm flipH="1" rot="10800000">
            <a:off x="100" y="416850"/>
            <a:ext cx="87258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0" name="Google Shape;790;p28"/>
          <p:cNvGrpSpPr/>
          <p:nvPr/>
        </p:nvGrpSpPr>
        <p:grpSpPr>
          <a:xfrm flipH="1">
            <a:off x="3037663" y="177400"/>
            <a:ext cx="1067600" cy="1145300"/>
            <a:chOff x="5464750" y="3457150"/>
            <a:chExt cx="1067600" cy="1145300"/>
          </a:xfrm>
        </p:grpSpPr>
        <p:cxnSp>
          <p:nvCxnSpPr>
            <p:cNvPr id="791" name="Google Shape;791;p28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2" name="Google Shape;792;p28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" name="Google Shape;793;p28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94" name="Google Shape;794;p28"/>
          <p:cNvGrpSpPr/>
          <p:nvPr/>
        </p:nvGrpSpPr>
        <p:grpSpPr>
          <a:xfrm flipH="1">
            <a:off x="4445900" y="4029800"/>
            <a:ext cx="1067600" cy="1145300"/>
            <a:chOff x="5464750" y="3457150"/>
            <a:chExt cx="1067600" cy="1145300"/>
          </a:xfrm>
        </p:grpSpPr>
        <p:cxnSp>
          <p:nvCxnSpPr>
            <p:cNvPr id="795" name="Google Shape;795;p28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6" name="Google Shape;796;p28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7" name="Google Shape;797;p28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98" name="Google Shape;798;p28"/>
          <p:cNvGrpSpPr/>
          <p:nvPr/>
        </p:nvGrpSpPr>
        <p:grpSpPr>
          <a:xfrm>
            <a:off x="-619462" y="728327"/>
            <a:ext cx="1381816" cy="1381851"/>
            <a:chOff x="3263475" y="934700"/>
            <a:chExt cx="986800" cy="986825"/>
          </a:xfrm>
        </p:grpSpPr>
        <p:sp>
          <p:nvSpPr>
            <p:cNvPr id="799" name="Google Shape;799;p28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6" name="Google Shape;816;p28"/>
          <p:cNvSpPr txBox="1"/>
          <p:nvPr>
            <p:ph type="title"/>
          </p:nvPr>
        </p:nvSpPr>
        <p:spPr>
          <a:xfrm>
            <a:off x="4074425" y="1762850"/>
            <a:ext cx="41316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17" name="Google Shape;817;p28"/>
          <p:cNvSpPr txBox="1"/>
          <p:nvPr>
            <p:ph idx="1" type="subTitle"/>
          </p:nvPr>
        </p:nvSpPr>
        <p:spPr>
          <a:xfrm>
            <a:off x="4074425" y="2365021"/>
            <a:ext cx="4131600" cy="12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8" name="Google Shape;818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8100019" scaled="0"/>
        </a:gra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9"/>
          <p:cNvSpPr/>
          <p:nvPr/>
        </p:nvSpPr>
        <p:spPr>
          <a:xfrm>
            <a:off x="337425" y="1305900"/>
            <a:ext cx="8845200" cy="29667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1" name="Google Shape;821;p29"/>
          <p:cNvGrpSpPr/>
          <p:nvPr/>
        </p:nvGrpSpPr>
        <p:grpSpPr>
          <a:xfrm>
            <a:off x="6367488" y="4462752"/>
            <a:ext cx="1381816" cy="1381851"/>
            <a:chOff x="3263475" y="934700"/>
            <a:chExt cx="986800" cy="986825"/>
          </a:xfrm>
        </p:grpSpPr>
        <p:sp>
          <p:nvSpPr>
            <p:cNvPr id="822" name="Google Shape;822;p29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9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9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9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9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9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9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9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9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9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9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9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9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9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9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9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9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9" name="Google Shape;839;p29"/>
          <p:cNvGrpSpPr/>
          <p:nvPr/>
        </p:nvGrpSpPr>
        <p:grpSpPr>
          <a:xfrm flipH="1">
            <a:off x="8427713" y="2063350"/>
            <a:ext cx="1067600" cy="1145300"/>
            <a:chOff x="5464750" y="3457150"/>
            <a:chExt cx="1067600" cy="1145300"/>
          </a:xfrm>
        </p:grpSpPr>
        <p:cxnSp>
          <p:nvCxnSpPr>
            <p:cNvPr id="840" name="Google Shape;840;p29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1" name="Google Shape;841;p29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2" name="Google Shape;842;p29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43" name="Google Shape;843;p29"/>
          <p:cNvGrpSpPr/>
          <p:nvPr/>
        </p:nvGrpSpPr>
        <p:grpSpPr>
          <a:xfrm flipH="1">
            <a:off x="1395350" y="4549350"/>
            <a:ext cx="1067600" cy="1145300"/>
            <a:chOff x="5464750" y="3457150"/>
            <a:chExt cx="1067600" cy="1145300"/>
          </a:xfrm>
        </p:grpSpPr>
        <p:cxnSp>
          <p:nvCxnSpPr>
            <p:cNvPr id="844" name="Google Shape;844;p29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5" name="Google Shape;845;p29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6" name="Google Shape;846;p29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7" name="Google Shape;847;p29"/>
          <p:cNvSpPr txBox="1"/>
          <p:nvPr>
            <p:ph idx="1" type="body"/>
          </p:nvPr>
        </p:nvSpPr>
        <p:spPr>
          <a:xfrm>
            <a:off x="3501000" y="1685400"/>
            <a:ext cx="4674900" cy="23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12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12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12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12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12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12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12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1200"/>
            </a:lvl9pPr>
          </a:lstStyle>
          <a:p/>
        </p:txBody>
      </p:sp>
      <p:sp>
        <p:nvSpPr>
          <p:cNvPr id="848" name="Google Shape;848;p29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9" name="Google Shape;849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8100019" scaled="0"/>
        </a:grad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0"/>
          <p:cNvSpPr/>
          <p:nvPr/>
        </p:nvSpPr>
        <p:spPr>
          <a:xfrm>
            <a:off x="716225" y="1305900"/>
            <a:ext cx="8466300" cy="29667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2" name="Google Shape;852;p30"/>
          <p:cNvGrpSpPr/>
          <p:nvPr/>
        </p:nvGrpSpPr>
        <p:grpSpPr>
          <a:xfrm>
            <a:off x="6367488" y="4462752"/>
            <a:ext cx="1381816" cy="1381851"/>
            <a:chOff x="3263475" y="934700"/>
            <a:chExt cx="986800" cy="986825"/>
          </a:xfrm>
        </p:grpSpPr>
        <p:sp>
          <p:nvSpPr>
            <p:cNvPr id="853" name="Google Shape;853;p30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0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0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0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0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0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0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0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0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0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0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0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0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30"/>
          <p:cNvGrpSpPr/>
          <p:nvPr/>
        </p:nvGrpSpPr>
        <p:grpSpPr>
          <a:xfrm flipH="1">
            <a:off x="8427713" y="2063350"/>
            <a:ext cx="1067600" cy="1145300"/>
            <a:chOff x="5464750" y="3457150"/>
            <a:chExt cx="1067600" cy="1145300"/>
          </a:xfrm>
        </p:grpSpPr>
        <p:cxnSp>
          <p:nvCxnSpPr>
            <p:cNvPr id="871" name="Google Shape;871;p30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2" name="Google Shape;872;p30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3" name="Google Shape;873;p30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74" name="Google Shape;874;p30"/>
          <p:cNvGrpSpPr/>
          <p:nvPr/>
        </p:nvGrpSpPr>
        <p:grpSpPr>
          <a:xfrm flipH="1">
            <a:off x="1395350" y="4549350"/>
            <a:ext cx="1067600" cy="1145300"/>
            <a:chOff x="5464750" y="3457150"/>
            <a:chExt cx="1067600" cy="1145300"/>
          </a:xfrm>
        </p:grpSpPr>
        <p:cxnSp>
          <p:nvCxnSpPr>
            <p:cNvPr id="875" name="Google Shape;875;p30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6" name="Google Shape;876;p30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7" name="Google Shape;877;p30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78" name="Google Shape;878;p30"/>
          <p:cNvSpPr txBox="1"/>
          <p:nvPr>
            <p:ph idx="1" type="body"/>
          </p:nvPr>
        </p:nvSpPr>
        <p:spPr>
          <a:xfrm>
            <a:off x="1146700" y="1942316"/>
            <a:ext cx="3873000" cy="17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vo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Char char="○"/>
              <a:defRPr sz="12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Char char="■"/>
              <a:defRPr sz="12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Char char="●"/>
              <a:defRPr sz="12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Char char="○"/>
              <a:defRPr sz="12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Char char="■"/>
              <a:defRPr sz="12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Char char="●"/>
              <a:defRPr sz="12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Char char="○"/>
              <a:defRPr sz="12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Char char="■"/>
              <a:defRPr sz="1200"/>
            </a:lvl9pPr>
          </a:lstStyle>
          <a:p/>
        </p:txBody>
      </p:sp>
      <p:sp>
        <p:nvSpPr>
          <p:cNvPr id="879" name="Google Shape;879;p30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8099331" scaled="0"/>
        </a:gra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31"/>
          <p:cNvSpPr/>
          <p:nvPr/>
        </p:nvSpPr>
        <p:spPr>
          <a:xfrm flipH="1">
            <a:off x="437328" y="416850"/>
            <a:ext cx="87258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3" name="Google Shape;883;p31"/>
          <p:cNvGrpSpPr/>
          <p:nvPr/>
        </p:nvGrpSpPr>
        <p:grpSpPr>
          <a:xfrm flipH="1" rot="10800000">
            <a:off x="-348125" y="2239400"/>
            <a:ext cx="1067600" cy="1145300"/>
            <a:chOff x="5464750" y="3457150"/>
            <a:chExt cx="1067600" cy="1145300"/>
          </a:xfrm>
        </p:grpSpPr>
        <p:cxnSp>
          <p:nvCxnSpPr>
            <p:cNvPr id="884" name="Google Shape;884;p31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31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31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87" name="Google Shape;887;p31"/>
          <p:cNvGrpSpPr/>
          <p:nvPr/>
        </p:nvGrpSpPr>
        <p:grpSpPr>
          <a:xfrm rot="10800000">
            <a:off x="8489459" y="2000472"/>
            <a:ext cx="1381816" cy="1381851"/>
            <a:chOff x="3263475" y="934700"/>
            <a:chExt cx="986800" cy="986825"/>
          </a:xfrm>
        </p:grpSpPr>
        <p:sp>
          <p:nvSpPr>
            <p:cNvPr id="888" name="Google Shape;888;p31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1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1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1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1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5" name="Google Shape;905;p31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6" name="Google Shape;906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8099331" scaled="0"/>
        </a:gra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2"/>
          <p:cNvSpPr/>
          <p:nvPr/>
        </p:nvSpPr>
        <p:spPr>
          <a:xfrm flipH="1">
            <a:off x="100" y="416850"/>
            <a:ext cx="87258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9" name="Google Shape;909;p32"/>
          <p:cNvGrpSpPr/>
          <p:nvPr/>
        </p:nvGrpSpPr>
        <p:grpSpPr>
          <a:xfrm flipH="1">
            <a:off x="-279512" y="464850"/>
            <a:ext cx="1067600" cy="1145300"/>
            <a:chOff x="5464750" y="3457150"/>
            <a:chExt cx="1067600" cy="1145300"/>
          </a:xfrm>
        </p:grpSpPr>
        <p:cxnSp>
          <p:nvCxnSpPr>
            <p:cNvPr id="910" name="Google Shape;910;p32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1" name="Google Shape;911;p32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2" name="Google Shape;912;p32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13" name="Google Shape;913;p32"/>
          <p:cNvGrpSpPr/>
          <p:nvPr/>
        </p:nvGrpSpPr>
        <p:grpSpPr>
          <a:xfrm flipH="1">
            <a:off x="8003150" y="661650"/>
            <a:ext cx="1067600" cy="1145300"/>
            <a:chOff x="5464750" y="3457150"/>
            <a:chExt cx="1067600" cy="1145300"/>
          </a:xfrm>
        </p:grpSpPr>
        <p:cxnSp>
          <p:nvCxnSpPr>
            <p:cNvPr id="914" name="Google Shape;914;p32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5" name="Google Shape;915;p32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6" name="Google Shape;916;p32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17" name="Google Shape;917;p32"/>
          <p:cNvGrpSpPr/>
          <p:nvPr/>
        </p:nvGrpSpPr>
        <p:grpSpPr>
          <a:xfrm>
            <a:off x="-700912" y="2414052"/>
            <a:ext cx="1381816" cy="1381851"/>
            <a:chOff x="3263475" y="934700"/>
            <a:chExt cx="986800" cy="986825"/>
          </a:xfrm>
        </p:grpSpPr>
        <p:sp>
          <p:nvSpPr>
            <p:cNvPr id="918" name="Google Shape;918;p32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5" name="Google Shape;935;p32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6" name="Google Shape;936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_1_1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18900732" scaled="0"/>
        </a:gra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flipH="1" rot="10800000">
            <a:off x="100" y="416850"/>
            <a:ext cx="87258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9" name="Google Shape;939;p33"/>
          <p:cNvGrpSpPr/>
          <p:nvPr/>
        </p:nvGrpSpPr>
        <p:grpSpPr>
          <a:xfrm flipH="1">
            <a:off x="8427775" y="3198613"/>
            <a:ext cx="1067600" cy="1145300"/>
            <a:chOff x="5464750" y="3457150"/>
            <a:chExt cx="1067600" cy="1145300"/>
          </a:xfrm>
        </p:grpSpPr>
        <p:cxnSp>
          <p:nvCxnSpPr>
            <p:cNvPr id="940" name="Google Shape;940;p33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1" name="Google Shape;941;p33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2" name="Google Shape;942;p33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3" name="Google Shape;943;p33"/>
          <p:cNvGrpSpPr/>
          <p:nvPr/>
        </p:nvGrpSpPr>
        <p:grpSpPr>
          <a:xfrm>
            <a:off x="-855637" y="3454965"/>
            <a:ext cx="1381816" cy="1381851"/>
            <a:chOff x="3263475" y="934700"/>
            <a:chExt cx="986800" cy="986825"/>
          </a:xfrm>
        </p:grpSpPr>
        <p:sp>
          <p:nvSpPr>
            <p:cNvPr id="944" name="Google Shape;944;p33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3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3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3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3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3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3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3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3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3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3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3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3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3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3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3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3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1" name="Google Shape;961;p33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2" name="Google Shape;962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2_1_1_1_1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18900732" scaled="0"/>
        </a:gra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4"/>
          <p:cNvSpPr/>
          <p:nvPr/>
        </p:nvSpPr>
        <p:spPr>
          <a:xfrm rot="10800000">
            <a:off x="438574" y="416850"/>
            <a:ext cx="87258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5" name="Google Shape;965;p34"/>
          <p:cNvGrpSpPr/>
          <p:nvPr/>
        </p:nvGrpSpPr>
        <p:grpSpPr>
          <a:xfrm flipH="1" rot="10800000">
            <a:off x="5127500" y="4598750"/>
            <a:ext cx="1067600" cy="1145300"/>
            <a:chOff x="5464750" y="3457150"/>
            <a:chExt cx="1067600" cy="1145300"/>
          </a:xfrm>
        </p:grpSpPr>
        <p:cxnSp>
          <p:nvCxnSpPr>
            <p:cNvPr id="966" name="Google Shape;966;p34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7" name="Google Shape;967;p34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8" name="Google Shape;968;p34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69" name="Google Shape;969;p34"/>
          <p:cNvGrpSpPr/>
          <p:nvPr/>
        </p:nvGrpSpPr>
        <p:grpSpPr>
          <a:xfrm rot="10800000">
            <a:off x="8485984" y="416847"/>
            <a:ext cx="1381816" cy="1381851"/>
            <a:chOff x="3263475" y="934700"/>
            <a:chExt cx="986800" cy="986825"/>
          </a:xfrm>
        </p:grpSpPr>
        <p:sp>
          <p:nvSpPr>
            <p:cNvPr id="970" name="Google Shape;970;p34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4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7" name="Google Shape;987;p34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8" name="Google Shape;988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2_1_1_1_1_1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8099331" scaled="0"/>
        </a:gradFill>
      </p:bgPr>
    </p:bg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5"/>
          <p:cNvSpPr/>
          <p:nvPr/>
        </p:nvSpPr>
        <p:spPr>
          <a:xfrm>
            <a:off x="-4847" y="416850"/>
            <a:ext cx="87258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1" name="Google Shape;991;p35"/>
          <p:cNvGrpSpPr/>
          <p:nvPr/>
        </p:nvGrpSpPr>
        <p:grpSpPr>
          <a:xfrm flipH="1" rot="10800000">
            <a:off x="5664325" y="3997175"/>
            <a:ext cx="1067600" cy="1145300"/>
            <a:chOff x="5464750" y="3457150"/>
            <a:chExt cx="1067600" cy="1145300"/>
          </a:xfrm>
        </p:grpSpPr>
        <p:cxnSp>
          <p:nvCxnSpPr>
            <p:cNvPr id="992" name="Google Shape;992;p35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3" name="Google Shape;993;p35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4" name="Google Shape;994;p35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95" name="Google Shape;995;p35"/>
          <p:cNvGrpSpPr/>
          <p:nvPr/>
        </p:nvGrpSpPr>
        <p:grpSpPr>
          <a:xfrm rot="10800000">
            <a:off x="7678813" y="4271647"/>
            <a:ext cx="748950" cy="170700"/>
            <a:chOff x="545575" y="515313"/>
            <a:chExt cx="748950" cy="170700"/>
          </a:xfrm>
        </p:grpSpPr>
        <p:sp>
          <p:nvSpPr>
            <p:cNvPr id="996" name="Google Shape;996;p35"/>
            <p:cNvSpPr/>
            <p:nvPr/>
          </p:nvSpPr>
          <p:spPr>
            <a:xfrm>
              <a:off x="545575" y="515313"/>
              <a:ext cx="170700" cy="170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5"/>
            <p:cNvSpPr/>
            <p:nvPr/>
          </p:nvSpPr>
          <p:spPr>
            <a:xfrm>
              <a:off x="834700" y="515313"/>
              <a:ext cx="170700" cy="170700"/>
            </a:xfrm>
            <a:prstGeom prst="ellipse">
              <a:avLst/>
            </a:prstGeom>
            <a:solidFill>
              <a:srgbClr val="7C6496">
                <a:alpha val="671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5"/>
            <p:cNvSpPr/>
            <p:nvPr/>
          </p:nvSpPr>
          <p:spPr>
            <a:xfrm>
              <a:off x="1123825" y="515313"/>
              <a:ext cx="170700" cy="170700"/>
            </a:xfrm>
            <a:prstGeom prst="ellipse">
              <a:avLst/>
            </a:prstGeom>
            <a:solidFill>
              <a:srgbClr val="7C6496">
                <a:alpha val="37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9" name="Google Shape;999;p35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0" name="Google Shape;1000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2_1_1_1_1_1_1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18900732" scaled="0"/>
        </a:gra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6"/>
          <p:cNvSpPr/>
          <p:nvPr/>
        </p:nvSpPr>
        <p:spPr>
          <a:xfrm flipH="1" rot="10800000">
            <a:off x="715250" y="1140075"/>
            <a:ext cx="7717800" cy="34692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3" name="Google Shape;1003;p36"/>
          <p:cNvGrpSpPr/>
          <p:nvPr/>
        </p:nvGrpSpPr>
        <p:grpSpPr>
          <a:xfrm>
            <a:off x="5324313" y="4665452"/>
            <a:ext cx="1381816" cy="1381851"/>
            <a:chOff x="3263475" y="934700"/>
            <a:chExt cx="986800" cy="986825"/>
          </a:xfrm>
        </p:grpSpPr>
        <p:sp>
          <p:nvSpPr>
            <p:cNvPr id="1004" name="Google Shape;1004;p36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6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6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6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6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1" name="Google Shape;1021;p36"/>
          <p:cNvGrpSpPr/>
          <p:nvPr/>
        </p:nvGrpSpPr>
        <p:grpSpPr>
          <a:xfrm flipH="1">
            <a:off x="-561987" y="1174550"/>
            <a:ext cx="1067600" cy="1145300"/>
            <a:chOff x="5464750" y="3457150"/>
            <a:chExt cx="1067600" cy="1145300"/>
          </a:xfrm>
        </p:grpSpPr>
        <p:cxnSp>
          <p:nvCxnSpPr>
            <p:cNvPr id="1022" name="Google Shape;1022;p36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3" name="Google Shape;1023;p36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4" name="Google Shape;1024;p36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25" name="Google Shape;1025;p36"/>
          <p:cNvGrpSpPr/>
          <p:nvPr/>
        </p:nvGrpSpPr>
        <p:grpSpPr>
          <a:xfrm flipH="1">
            <a:off x="8549700" y="3015000"/>
            <a:ext cx="1067600" cy="1145300"/>
            <a:chOff x="5464750" y="3457150"/>
            <a:chExt cx="1067600" cy="1145300"/>
          </a:xfrm>
        </p:grpSpPr>
        <p:cxnSp>
          <p:nvCxnSpPr>
            <p:cNvPr id="1026" name="Google Shape;1026;p36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7" name="Google Shape;1027;p36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8" name="Google Shape;1028;p36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29" name="Google Shape;1029;p36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0" name="Google Shape;103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2_1_1_1_1_1_1_1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37"/>
          <p:cNvSpPr/>
          <p:nvPr/>
        </p:nvSpPr>
        <p:spPr>
          <a:xfrm flipH="1" rot="10800000">
            <a:off x="715250" y="1140075"/>
            <a:ext cx="7717800" cy="34692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3" name="Google Shape;1033;p37"/>
          <p:cNvGrpSpPr/>
          <p:nvPr/>
        </p:nvGrpSpPr>
        <p:grpSpPr>
          <a:xfrm>
            <a:off x="2200813" y="4720202"/>
            <a:ext cx="1381816" cy="1381851"/>
            <a:chOff x="3263475" y="934700"/>
            <a:chExt cx="986800" cy="986825"/>
          </a:xfrm>
        </p:grpSpPr>
        <p:sp>
          <p:nvSpPr>
            <p:cNvPr id="1034" name="Google Shape;1034;p37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7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7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7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7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7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1" name="Google Shape;1051;p37"/>
          <p:cNvGrpSpPr/>
          <p:nvPr/>
        </p:nvGrpSpPr>
        <p:grpSpPr>
          <a:xfrm flipH="1">
            <a:off x="-561987" y="1174550"/>
            <a:ext cx="1067600" cy="1145300"/>
            <a:chOff x="5464750" y="3457150"/>
            <a:chExt cx="1067600" cy="1145300"/>
          </a:xfrm>
        </p:grpSpPr>
        <p:cxnSp>
          <p:nvCxnSpPr>
            <p:cNvPr id="1052" name="Google Shape;1052;p37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3" name="Google Shape;1053;p37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4" name="Google Shape;1054;p37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55" name="Google Shape;1055;p37"/>
          <p:cNvGrpSpPr/>
          <p:nvPr/>
        </p:nvGrpSpPr>
        <p:grpSpPr>
          <a:xfrm flipH="1">
            <a:off x="8511600" y="1421600"/>
            <a:ext cx="1067600" cy="1145300"/>
            <a:chOff x="5464750" y="3457150"/>
            <a:chExt cx="1067600" cy="1145300"/>
          </a:xfrm>
        </p:grpSpPr>
        <p:cxnSp>
          <p:nvCxnSpPr>
            <p:cNvPr id="1056" name="Google Shape;1056;p37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7" name="Google Shape;1057;p37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8" name="Google Shape;1058;p37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9" name="Google Shape;1059;p37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0" name="Google Shape;1060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5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2698631" scaled="0"/>
        </a:gradFill>
      </p:bgPr>
    </p:bg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8"/>
          <p:cNvSpPr/>
          <p:nvPr/>
        </p:nvSpPr>
        <p:spPr>
          <a:xfrm flipH="1" rot="10800000">
            <a:off x="705000" y="416850"/>
            <a:ext cx="84411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38"/>
          <p:cNvSpPr txBox="1"/>
          <p:nvPr>
            <p:ph type="title"/>
          </p:nvPr>
        </p:nvSpPr>
        <p:spPr>
          <a:xfrm>
            <a:off x="1021045" y="541050"/>
            <a:ext cx="3855900" cy="7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4" name="Google Shape;1064;p38"/>
          <p:cNvSpPr txBox="1"/>
          <p:nvPr>
            <p:ph idx="1" type="subTitle"/>
          </p:nvPr>
        </p:nvSpPr>
        <p:spPr>
          <a:xfrm>
            <a:off x="1021025" y="1423500"/>
            <a:ext cx="3855900" cy="10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65" name="Google Shape;1065;p38"/>
          <p:cNvGrpSpPr/>
          <p:nvPr/>
        </p:nvGrpSpPr>
        <p:grpSpPr>
          <a:xfrm flipH="1">
            <a:off x="8366164" y="3161402"/>
            <a:ext cx="1381816" cy="1381851"/>
            <a:chOff x="3263475" y="934700"/>
            <a:chExt cx="986800" cy="986825"/>
          </a:xfrm>
        </p:grpSpPr>
        <p:sp>
          <p:nvSpPr>
            <p:cNvPr id="1066" name="Google Shape;1066;p38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8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8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8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8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8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8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8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8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8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8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8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8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8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8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8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3" name="Google Shape;1083;p38"/>
          <p:cNvGrpSpPr/>
          <p:nvPr/>
        </p:nvGrpSpPr>
        <p:grpSpPr>
          <a:xfrm>
            <a:off x="5327705" y="225575"/>
            <a:ext cx="1067600" cy="1145300"/>
            <a:chOff x="5464750" y="3457150"/>
            <a:chExt cx="1067600" cy="1145300"/>
          </a:xfrm>
        </p:grpSpPr>
        <p:cxnSp>
          <p:nvCxnSpPr>
            <p:cNvPr id="1084" name="Google Shape;1084;p38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5" name="Google Shape;1085;p38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6" name="Google Shape;1086;p38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87" name="Google Shape;1087;p38"/>
          <p:cNvGrpSpPr/>
          <p:nvPr/>
        </p:nvGrpSpPr>
        <p:grpSpPr>
          <a:xfrm>
            <a:off x="3628818" y="4503988"/>
            <a:ext cx="1067600" cy="1145300"/>
            <a:chOff x="5464750" y="3457150"/>
            <a:chExt cx="1067600" cy="1145300"/>
          </a:xfrm>
        </p:grpSpPr>
        <p:cxnSp>
          <p:nvCxnSpPr>
            <p:cNvPr id="1088" name="Google Shape;1088;p38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9" name="Google Shape;1089;p38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0" name="Google Shape;1090;p38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91" name="Google Shape;1091;p38"/>
          <p:cNvSpPr txBox="1"/>
          <p:nvPr/>
        </p:nvSpPr>
        <p:spPr>
          <a:xfrm>
            <a:off x="1024989" y="3546650"/>
            <a:ext cx="326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fr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fr" sz="11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fr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b="1" lang="fr" sz="11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fr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and infographics &amp; images by </a:t>
            </a:r>
            <a:r>
              <a:rPr b="1" lang="fr" sz="11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2" name="Google Shape;1092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6">
    <p:bg>
      <p:bgPr>
        <a:gradFill>
          <a:gsLst>
            <a:gs pos="0">
              <a:schemeClr val="lt1"/>
            </a:gs>
            <a:gs pos="50000">
              <a:schemeClr val="accent6"/>
            </a:gs>
            <a:gs pos="100000">
              <a:schemeClr val="accent5"/>
            </a:gs>
          </a:gsLst>
          <a:lin ang="13500032" scaled="0"/>
        </a:gradFill>
      </p:bgPr>
    </p:bg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39"/>
          <p:cNvSpPr/>
          <p:nvPr/>
        </p:nvSpPr>
        <p:spPr>
          <a:xfrm rot="10800000">
            <a:off x="2975" y="416850"/>
            <a:ext cx="8725800" cy="43098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5" name="Google Shape;1095;p39"/>
          <p:cNvGrpSpPr/>
          <p:nvPr/>
        </p:nvGrpSpPr>
        <p:grpSpPr>
          <a:xfrm flipH="1">
            <a:off x="7366013" y="-272050"/>
            <a:ext cx="1067600" cy="1145300"/>
            <a:chOff x="5464750" y="3457150"/>
            <a:chExt cx="1067600" cy="1145300"/>
          </a:xfrm>
        </p:grpSpPr>
        <p:cxnSp>
          <p:nvCxnSpPr>
            <p:cNvPr id="1096" name="Google Shape;1096;p39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7" name="Google Shape;1097;p39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" name="Google Shape;1098;p39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99" name="Google Shape;1099;p39"/>
          <p:cNvGrpSpPr/>
          <p:nvPr/>
        </p:nvGrpSpPr>
        <p:grpSpPr>
          <a:xfrm flipH="1">
            <a:off x="4358563" y="4360625"/>
            <a:ext cx="1067600" cy="1145300"/>
            <a:chOff x="5464750" y="3457150"/>
            <a:chExt cx="1067600" cy="1145300"/>
          </a:xfrm>
        </p:grpSpPr>
        <p:cxnSp>
          <p:nvCxnSpPr>
            <p:cNvPr id="1100" name="Google Shape;1100;p39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1" name="Google Shape;1101;p39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2" name="Google Shape;1102;p39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03" name="Google Shape;1103;p39"/>
          <p:cNvGrpSpPr/>
          <p:nvPr/>
        </p:nvGrpSpPr>
        <p:grpSpPr>
          <a:xfrm>
            <a:off x="-527137" y="2742465"/>
            <a:ext cx="1381816" cy="1381851"/>
            <a:chOff x="3263475" y="934700"/>
            <a:chExt cx="986800" cy="986825"/>
          </a:xfrm>
        </p:grpSpPr>
        <p:sp>
          <p:nvSpPr>
            <p:cNvPr id="1104" name="Google Shape;1104;p39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9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9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9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9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9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9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9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9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9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9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9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9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9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9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9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9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1" name="Google Shape;112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6_1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2698631" scaled="0"/>
        </a:gradFill>
      </p:bgPr>
    </p:bg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40"/>
          <p:cNvSpPr/>
          <p:nvPr/>
        </p:nvSpPr>
        <p:spPr>
          <a:xfrm flipH="1" rot="10800000">
            <a:off x="715250" y="1140075"/>
            <a:ext cx="7717800" cy="3469200"/>
          </a:xfrm>
          <a:prstGeom prst="rect">
            <a:avLst/>
          </a:prstGeom>
          <a:gradFill>
            <a:gsLst>
              <a:gs pos="0">
                <a:schemeClr val="accent4"/>
              </a:gs>
              <a:gs pos="50000">
                <a:schemeClr val="accent6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4" name="Google Shape;1124;p40"/>
          <p:cNvGrpSpPr/>
          <p:nvPr/>
        </p:nvGrpSpPr>
        <p:grpSpPr>
          <a:xfrm flipH="1" rot="10800000">
            <a:off x="8433050" y="3256800"/>
            <a:ext cx="1067600" cy="1145300"/>
            <a:chOff x="5464750" y="3457150"/>
            <a:chExt cx="1067600" cy="1145300"/>
          </a:xfrm>
        </p:grpSpPr>
        <p:cxnSp>
          <p:nvCxnSpPr>
            <p:cNvPr id="1125" name="Google Shape;1125;p40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6" name="Google Shape;1126;p40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7" name="Google Shape;1127;p40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28" name="Google Shape;1128;p40"/>
          <p:cNvGrpSpPr/>
          <p:nvPr/>
        </p:nvGrpSpPr>
        <p:grpSpPr>
          <a:xfrm flipH="1" rot="10800000">
            <a:off x="74163" y="4402100"/>
            <a:ext cx="1067600" cy="1145300"/>
            <a:chOff x="5464750" y="3457150"/>
            <a:chExt cx="1067600" cy="1145300"/>
          </a:xfrm>
        </p:grpSpPr>
        <p:cxnSp>
          <p:nvCxnSpPr>
            <p:cNvPr id="1129" name="Google Shape;1129;p40"/>
            <p:cNvCxnSpPr/>
            <p:nvPr/>
          </p:nvCxnSpPr>
          <p:spPr>
            <a:xfrm flipH="1">
              <a:off x="5464750" y="3590675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0" name="Google Shape;1130;p40"/>
            <p:cNvCxnSpPr/>
            <p:nvPr/>
          </p:nvCxnSpPr>
          <p:spPr>
            <a:xfrm flipH="1">
              <a:off x="5807850" y="34571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1" name="Google Shape;1131;p40"/>
            <p:cNvCxnSpPr/>
            <p:nvPr/>
          </p:nvCxnSpPr>
          <p:spPr>
            <a:xfrm flipH="1">
              <a:off x="5607400" y="3877350"/>
              <a:ext cx="724500" cy="72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32" name="Google Shape;1132;p40"/>
          <p:cNvGrpSpPr/>
          <p:nvPr/>
        </p:nvGrpSpPr>
        <p:grpSpPr>
          <a:xfrm rot="10800000">
            <a:off x="-552266" y="-311203"/>
            <a:ext cx="1381816" cy="1381851"/>
            <a:chOff x="3263475" y="934700"/>
            <a:chExt cx="986800" cy="986825"/>
          </a:xfrm>
        </p:grpSpPr>
        <p:sp>
          <p:nvSpPr>
            <p:cNvPr id="1133" name="Google Shape;1133;p40"/>
            <p:cNvSpPr/>
            <p:nvPr/>
          </p:nvSpPr>
          <p:spPr>
            <a:xfrm>
              <a:off x="3362425" y="1033650"/>
              <a:ext cx="703925" cy="703925"/>
            </a:xfrm>
            <a:custGeom>
              <a:rect b="b" l="l" r="r" t="t"/>
              <a:pathLst>
                <a:path extrusionOk="0" h="28157" w="28157">
                  <a:moveTo>
                    <a:pt x="27651" y="1"/>
                  </a:moveTo>
                  <a:lnTo>
                    <a:pt x="0" y="27679"/>
                  </a:lnTo>
                  <a:cubicBezTo>
                    <a:pt x="133" y="27838"/>
                    <a:pt x="266" y="27997"/>
                    <a:pt x="398" y="28157"/>
                  </a:cubicBezTo>
                  <a:lnTo>
                    <a:pt x="28156" y="399"/>
                  </a:lnTo>
                  <a:cubicBezTo>
                    <a:pt x="27997" y="266"/>
                    <a:pt x="27811" y="133"/>
                    <a:pt x="27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3278750" y="949975"/>
              <a:ext cx="618925" cy="618925"/>
            </a:xfrm>
            <a:custGeom>
              <a:rect b="b" l="l" r="r" t="t"/>
              <a:pathLst>
                <a:path extrusionOk="0" h="24757" w="24757">
                  <a:moveTo>
                    <a:pt x="24066" y="1"/>
                  </a:moveTo>
                  <a:lnTo>
                    <a:pt x="0" y="24066"/>
                  </a:lnTo>
                  <a:cubicBezTo>
                    <a:pt x="53" y="24305"/>
                    <a:pt x="133" y="24518"/>
                    <a:pt x="186" y="24757"/>
                  </a:cubicBezTo>
                  <a:lnTo>
                    <a:pt x="24756" y="187"/>
                  </a:lnTo>
                  <a:cubicBezTo>
                    <a:pt x="24517" y="134"/>
                    <a:pt x="24278" y="54"/>
                    <a:pt x="24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0"/>
            <p:cNvSpPr/>
            <p:nvPr/>
          </p:nvSpPr>
          <p:spPr>
            <a:xfrm>
              <a:off x="3328550" y="999775"/>
              <a:ext cx="687325" cy="687325"/>
            </a:xfrm>
            <a:custGeom>
              <a:rect b="b" l="l" r="r" t="t"/>
              <a:pathLst>
                <a:path extrusionOk="0" h="27493" w="27493">
                  <a:moveTo>
                    <a:pt x="26935" y="1"/>
                  </a:moveTo>
                  <a:lnTo>
                    <a:pt x="0" y="26962"/>
                  </a:lnTo>
                  <a:cubicBezTo>
                    <a:pt x="107" y="27148"/>
                    <a:pt x="213" y="27307"/>
                    <a:pt x="319" y="27493"/>
                  </a:cubicBezTo>
                  <a:lnTo>
                    <a:pt x="27492" y="320"/>
                  </a:lnTo>
                  <a:cubicBezTo>
                    <a:pt x="27306" y="213"/>
                    <a:pt x="27120" y="107"/>
                    <a:pt x="26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0"/>
            <p:cNvSpPr/>
            <p:nvPr/>
          </p:nvSpPr>
          <p:spPr>
            <a:xfrm>
              <a:off x="3300000" y="971225"/>
              <a:ext cx="660100" cy="660100"/>
            </a:xfrm>
            <a:custGeom>
              <a:rect b="b" l="l" r="r" t="t"/>
              <a:pathLst>
                <a:path extrusionOk="0" h="26404" w="26404">
                  <a:moveTo>
                    <a:pt x="25792" y="1"/>
                  </a:moveTo>
                  <a:lnTo>
                    <a:pt x="0" y="25766"/>
                  </a:lnTo>
                  <a:cubicBezTo>
                    <a:pt x="80" y="25979"/>
                    <a:pt x="186" y="26191"/>
                    <a:pt x="266" y="26404"/>
                  </a:cubicBezTo>
                  <a:lnTo>
                    <a:pt x="26403" y="266"/>
                  </a:lnTo>
                  <a:cubicBezTo>
                    <a:pt x="26191" y="160"/>
                    <a:pt x="25978" y="80"/>
                    <a:pt x="25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0"/>
            <p:cNvSpPr/>
            <p:nvPr/>
          </p:nvSpPr>
          <p:spPr>
            <a:xfrm>
              <a:off x="3266125" y="936700"/>
              <a:ext cx="560500" cy="561825"/>
            </a:xfrm>
            <a:custGeom>
              <a:rect b="b" l="l" r="r" t="t"/>
              <a:pathLst>
                <a:path extrusionOk="0" h="22473" w="22420">
                  <a:moveTo>
                    <a:pt x="21649" y="1"/>
                  </a:moveTo>
                  <a:lnTo>
                    <a:pt x="1" y="21675"/>
                  </a:lnTo>
                  <a:cubicBezTo>
                    <a:pt x="1" y="21941"/>
                    <a:pt x="54" y="22207"/>
                    <a:pt x="80" y="22472"/>
                  </a:cubicBezTo>
                  <a:lnTo>
                    <a:pt x="22419" y="107"/>
                  </a:lnTo>
                  <a:cubicBezTo>
                    <a:pt x="22180" y="80"/>
                    <a:pt x="21914" y="54"/>
                    <a:pt x="2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0"/>
            <p:cNvSpPr/>
            <p:nvPr/>
          </p:nvSpPr>
          <p:spPr>
            <a:xfrm>
              <a:off x="3402250" y="1073500"/>
              <a:ext cx="708575" cy="709225"/>
            </a:xfrm>
            <a:custGeom>
              <a:rect b="b" l="l" r="r" t="t"/>
              <a:pathLst>
                <a:path extrusionOk="0" h="28369" w="28343">
                  <a:moveTo>
                    <a:pt x="27918" y="0"/>
                  </a:moveTo>
                  <a:lnTo>
                    <a:pt x="1" y="27917"/>
                  </a:lnTo>
                  <a:lnTo>
                    <a:pt x="213" y="28130"/>
                  </a:lnTo>
                  <a:lnTo>
                    <a:pt x="452" y="28369"/>
                  </a:lnTo>
                  <a:lnTo>
                    <a:pt x="28343" y="452"/>
                  </a:lnTo>
                  <a:cubicBezTo>
                    <a:pt x="28290" y="372"/>
                    <a:pt x="28210" y="293"/>
                    <a:pt x="28130" y="213"/>
                  </a:cubicBezTo>
                  <a:lnTo>
                    <a:pt x="279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0"/>
            <p:cNvSpPr/>
            <p:nvPr/>
          </p:nvSpPr>
          <p:spPr>
            <a:xfrm>
              <a:off x="3263475" y="934700"/>
              <a:ext cx="482125" cy="482800"/>
            </a:xfrm>
            <a:custGeom>
              <a:rect b="b" l="l" r="r" t="t"/>
              <a:pathLst>
                <a:path extrusionOk="0" h="19312" w="19285">
                  <a:moveTo>
                    <a:pt x="19284" y="1"/>
                  </a:moveTo>
                  <a:cubicBezTo>
                    <a:pt x="18992" y="1"/>
                    <a:pt x="18674" y="27"/>
                    <a:pt x="18381" y="27"/>
                  </a:cubicBezTo>
                  <a:lnTo>
                    <a:pt x="27" y="18382"/>
                  </a:lnTo>
                  <a:cubicBezTo>
                    <a:pt x="0" y="18674"/>
                    <a:pt x="0" y="18993"/>
                    <a:pt x="0" y="19312"/>
                  </a:cubicBezTo>
                  <a:lnTo>
                    <a:pt x="19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0"/>
            <p:cNvSpPr/>
            <p:nvPr/>
          </p:nvSpPr>
          <p:spPr>
            <a:xfrm>
              <a:off x="3275425" y="946650"/>
              <a:ext cx="372550" cy="372575"/>
            </a:xfrm>
            <a:custGeom>
              <a:rect b="b" l="l" r="r" t="t"/>
              <a:pathLst>
                <a:path extrusionOk="0" h="14903" w="14902">
                  <a:moveTo>
                    <a:pt x="14902" y="1"/>
                  </a:moveTo>
                  <a:lnTo>
                    <a:pt x="14902" y="1"/>
                  </a:lnTo>
                  <a:cubicBezTo>
                    <a:pt x="14503" y="81"/>
                    <a:pt x="14105" y="187"/>
                    <a:pt x="13733" y="293"/>
                  </a:cubicBezTo>
                  <a:lnTo>
                    <a:pt x="293" y="13734"/>
                  </a:lnTo>
                  <a:cubicBezTo>
                    <a:pt x="186" y="14106"/>
                    <a:pt x="80" y="14531"/>
                    <a:pt x="0" y="14902"/>
                  </a:cubicBezTo>
                  <a:lnTo>
                    <a:pt x="149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0"/>
            <p:cNvSpPr/>
            <p:nvPr/>
          </p:nvSpPr>
          <p:spPr>
            <a:xfrm>
              <a:off x="3767500" y="1438725"/>
              <a:ext cx="482775" cy="482800"/>
            </a:xfrm>
            <a:custGeom>
              <a:rect b="b" l="l" r="r" t="t"/>
              <a:pathLst>
                <a:path extrusionOk="0" h="19312" w="19311">
                  <a:moveTo>
                    <a:pt x="19311" y="1"/>
                  </a:moveTo>
                  <a:lnTo>
                    <a:pt x="0" y="19311"/>
                  </a:lnTo>
                  <a:cubicBezTo>
                    <a:pt x="319" y="19311"/>
                    <a:pt x="611" y="19285"/>
                    <a:pt x="930" y="19258"/>
                  </a:cubicBezTo>
                  <a:lnTo>
                    <a:pt x="19258" y="930"/>
                  </a:lnTo>
                  <a:cubicBezTo>
                    <a:pt x="19284" y="612"/>
                    <a:pt x="19311" y="319"/>
                    <a:pt x="19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0"/>
            <p:cNvSpPr/>
            <p:nvPr/>
          </p:nvSpPr>
          <p:spPr>
            <a:xfrm>
              <a:off x="3686475" y="1357725"/>
              <a:ext cx="561150" cy="561150"/>
            </a:xfrm>
            <a:custGeom>
              <a:rect b="b" l="l" r="r" t="t"/>
              <a:pathLst>
                <a:path extrusionOk="0" h="22446" w="22446">
                  <a:moveTo>
                    <a:pt x="22366" y="0"/>
                  </a:moveTo>
                  <a:lnTo>
                    <a:pt x="0" y="22366"/>
                  </a:lnTo>
                  <a:cubicBezTo>
                    <a:pt x="266" y="22392"/>
                    <a:pt x="532" y="22419"/>
                    <a:pt x="797" y="22445"/>
                  </a:cubicBezTo>
                  <a:lnTo>
                    <a:pt x="22446" y="797"/>
                  </a:lnTo>
                  <a:cubicBezTo>
                    <a:pt x="22419" y="531"/>
                    <a:pt x="22392" y="266"/>
                    <a:pt x="2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0"/>
            <p:cNvSpPr/>
            <p:nvPr/>
          </p:nvSpPr>
          <p:spPr>
            <a:xfrm>
              <a:off x="3331875" y="1002450"/>
              <a:ext cx="174000" cy="174675"/>
            </a:xfrm>
            <a:custGeom>
              <a:rect b="b" l="l" r="r" t="t"/>
              <a:pathLst>
                <a:path extrusionOk="0" h="6987" w="6960">
                  <a:moveTo>
                    <a:pt x="6959" y="0"/>
                  </a:moveTo>
                  <a:lnTo>
                    <a:pt x="6959" y="0"/>
                  </a:lnTo>
                  <a:cubicBezTo>
                    <a:pt x="4091" y="1700"/>
                    <a:pt x="1700" y="4117"/>
                    <a:pt x="0" y="6986"/>
                  </a:cubicBezTo>
                  <a:lnTo>
                    <a:pt x="6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0"/>
            <p:cNvSpPr/>
            <p:nvPr/>
          </p:nvSpPr>
          <p:spPr>
            <a:xfrm>
              <a:off x="3865100" y="1536350"/>
              <a:ext cx="373225" cy="373225"/>
            </a:xfrm>
            <a:custGeom>
              <a:rect b="b" l="l" r="r" t="t"/>
              <a:pathLst>
                <a:path extrusionOk="0" h="14929" w="14929">
                  <a:moveTo>
                    <a:pt x="14929" y="0"/>
                  </a:moveTo>
                  <a:lnTo>
                    <a:pt x="1" y="14928"/>
                  </a:lnTo>
                  <a:cubicBezTo>
                    <a:pt x="399" y="14849"/>
                    <a:pt x="798" y="14742"/>
                    <a:pt x="1196" y="14636"/>
                  </a:cubicBezTo>
                  <a:lnTo>
                    <a:pt x="14610" y="1196"/>
                  </a:lnTo>
                  <a:cubicBezTo>
                    <a:pt x="14743" y="797"/>
                    <a:pt x="14849" y="399"/>
                    <a:pt x="14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0"/>
            <p:cNvSpPr/>
            <p:nvPr/>
          </p:nvSpPr>
          <p:spPr>
            <a:xfrm>
              <a:off x="4007225" y="1679125"/>
              <a:ext cx="174650" cy="174000"/>
            </a:xfrm>
            <a:custGeom>
              <a:rect b="b" l="l" r="r" t="t"/>
              <a:pathLst>
                <a:path extrusionOk="0" h="6960" w="6986">
                  <a:moveTo>
                    <a:pt x="6986" y="0"/>
                  </a:moveTo>
                  <a:lnTo>
                    <a:pt x="0" y="6960"/>
                  </a:lnTo>
                  <a:cubicBezTo>
                    <a:pt x="2869" y="5260"/>
                    <a:pt x="5286" y="2869"/>
                    <a:pt x="6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0"/>
            <p:cNvSpPr/>
            <p:nvPr/>
          </p:nvSpPr>
          <p:spPr>
            <a:xfrm>
              <a:off x="3497225" y="1168450"/>
              <a:ext cx="687975" cy="688000"/>
            </a:xfrm>
            <a:custGeom>
              <a:rect b="b" l="l" r="r" t="t"/>
              <a:pathLst>
                <a:path extrusionOk="0" h="27520" w="27519">
                  <a:moveTo>
                    <a:pt x="27173" y="1"/>
                  </a:moveTo>
                  <a:lnTo>
                    <a:pt x="0" y="27174"/>
                  </a:lnTo>
                  <a:cubicBezTo>
                    <a:pt x="186" y="27307"/>
                    <a:pt x="372" y="27413"/>
                    <a:pt x="558" y="27519"/>
                  </a:cubicBezTo>
                  <a:lnTo>
                    <a:pt x="27519" y="559"/>
                  </a:lnTo>
                  <a:cubicBezTo>
                    <a:pt x="27412" y="373"/>
                    <a:pt x="27306" y="187"/>
                    <a:pt x="27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0"/>
            <p:cNvSpPr/>
            <p:nvPr/>
          </p:nvSpPr>
          <p:spPr>
            <a:xfrm>
              <a:off x="3446750" y="1118650"/>
              <a:ext cx="703925" cy="703275"/>
            </a:xfrm>
            <a:custGeom>
              <a:rect b="b" l="l" r="r" t="t"/>
              <a:pathLst>
                <a:path extrusionOk="0" h="28131" w="28157">
                  <a:moveTo>
                    <a:pt x="27785" y="1"/>
                  </a:moveTo>
                  <a:lnTo>
                    <a:pt x="0" y="27758"/>
                  </a:lnTo>
                  <a:cubicBezTo>
                    <a:pt x="186" y="27891"/>
                    <a:pt x="346" y="28024"/>
                    <a:pt x="505" y="28130"/>
                  </a:cubicBezTo>
                  <a:lnTo>
                    <a:pt x="28156" y="479"/>
                  </a:lnTo>
                  <a:cubicBezTo>
                    <a:pt x="28050" y="319"/>
                    <a:pt x="27917" y="160"/>
                    <a:pt x="27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40"/>
            <p:cNvSpPr/>
            <p:nvPr/>
          </p:nvSpPr>
          <p:spPr>
            <a:xfrm>
              <a:off x="3615425" y="1287325"/>
              <a:ext cx="619575" cy="618925"/>
            </a:xfrm>
            <a:custGeom>
              <a:rect b="b" l="l" r="r" t="t"/>
              <a:pathLst>
                <a:path extrusionOk="0" h="24757" w="24783">
                  <a:moveTo>
                    <a:pt x="24570" y="0"/>
                  </a:moveTo>
                  <a:lnTo>
                    <a:pt x="0" y="24571"/>
                  </a:lnTo>
                  <a:cubicBezTo>
                    <a:pt x="239" y="24650"/>
                    <a:pt x="478" y="24703"/>
                    <a:pt x="691" y="24757"/>
                  </a:cubicBezTo>
                  <a:lnTo>
                    <a:pt x="24783" y="691"/>
                  </a:lnTo>
                  <a:cubicBezTo>
                    <a:pt x="24703" y="452"/>
                    <a:pt x="24650" y="239"/>
                    <a:pt x="2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40"/>
            <p:cNvSpPr/>
            <p:nvPr/>
          </p:nvSpPr>
          <p:spPr>
            <a:xfrm>
              <a:off x="3553650" y="1224900"/>
              <a:ext cx="659450" cy="659425"/>
            </a:xfrm>
            <a:custGeom>
              <a:rect b="b" l="l" r="r" t="t"/>
              <a:pathLst>
                <a:path extrusionOk="0" h="26377" w="26378">
                  <a:moveTo>
                    <a:pt x="26112" y="1"/>
                  </a:moveTo>
                  <a:lnTo>
                    <a:pt x="1" y="26111"/>
                  </a:lnTo>
                  <a:cubicBezTo>
                    <a:pt x="187" y="26218"/>
                    <a:pt x="399" y="26297"/>
                    <a:pt x="612" y="26377"/>
                  </a:cubicBezTo>
                  <a:lnTo>
                    <a:pt x="26377" y="612"/>
                  </a:lnTo>
                  <a:cubicBezTo>
                    <a:pt x="26298" y="399"/>
                    <a:pt x="26218" y="187"/>
                    <a:pt x="26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0" name="Google Shape;1150;p40"/>
          <p:cNvGrpSpPr/>
          <p:nvPr/>
        </p:nvGrpSpPr>
        <p:grpSpPr>
          <a:xfrm rot="10800000">
            <a:off x="7440688" y="4251847"/>
            <a:ext cx="748950" cy="170700"/>
            <a:chOff x="545575" y="515313"/>
            <a:chExt cx="748950" cy="170700"/>
          </a:xfrm>
        </p:grpSpPr>
        <p:sp>
          <p:nvSpPr>
            <p:cNvPr id="1151" name="Google Shape;1151;p40"/>
            <p:cNvSpPr/>
            <p:nvPr/>
          </p:nvSpPr>
          <p:spPr>
            <a:xfrm>
              <a:off x="545575" y="515313"/>
              <a:ext cx="170700" cy="170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40"/>
            <p:cNvSpPr/>
            <p:nvPr/>
          </p:nvSpPr>
          <p:spPr>
            <a:xfrm>
              <a:off x="834700" y="515313"/>
              <a:ext cx="170700" cy="170700"/>
            </a:xfrm>
            <a:prstGeom prst="ellipse">
              <a:avLst/>
            </a:prstGeom>
            <a:solidFill>
              <a:srgbClr val="7C6496">
                <a:alpha val="671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40"/>
            <p:cNvSpPr/>
            <p:nvPr/>
          </p:nvSpPr>
          <p:spPr>
            <a:xfrm>
              <a:off x="1123825" y="515313"/>
              <a:ext cx="170700" cy="170700"/>
            </a:xfrm>
            <a:prstGeom prst="ellipse">
              <a:avLst/>
            </a:prstGeom>
            <a:solidFill>
              <a:srgbClr val="7C6496">
                <a:alpha val="37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4" name="Google Shape;1154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 1">
  <p:cSld name="TITLE_1"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41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7" name="Google Shape;1157;p41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158" name="Google Shape;1158;p41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41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41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2" name="Google Shape;1162;p41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163" name="Google Shape;1163;p41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164" name="Google Shape;116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rps 1">
  <p:cSld name="TITLE_AND_BODY_1"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6" name="Google Shape;1166;p4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167" name="Google Shape;1167;p4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4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9" name="Google Shape;1169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70" name="Google Shape;1170;p4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1" name="Google Shape;117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4"/>
            </a:gs>
            <a:gs pos="50000">
              <a:schemeClr val="accent6"/>
            </a:gs>
            <a:gs pos="100000">
              <a:schemeClr val="accent5"/>
            </a:gs>
          </a:gsLst>
          <a:lin ang="8099331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6225" y="464850"/>
            <a:ext cx="77115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i Jamjuree"/>
              <a:buNone/>
              <a:defRPr b="1" sz="30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i Jamjuree"/>
              <a:buNone/>
              <a:defRPr b="1" sz="30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i Jamjuree"/>
              <a:buNone/>
              <a:defRPr b="1" sz="30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i Jamjuree"/>
              <a:buNone/>
              <a:defRPr b="1" sz="30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i Jamjuree"/>
              <a:buNone/>
              <a:defRPr b="1" sz="30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i Jamjuree"/>
              <a:buNone/>
              <a:defRPr b="1" sz="30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i Jamjuree"/>
              <a:buNone/>
              <a:defRPr b="1" sz="30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i Jamjuree"/>
              <a:buNone/>
              <a:defRPr b="1" sz="30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i Jamjuree"/>
              <a:buNone/>
              <a:defRPr b="1" sz="30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6225" y="1237777"/>
            <a:ext cx="7711500" cy="3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jpg"/><Relationship Id="rId5" Type="http://schemas.openxmlformats.org/officeDocument/2006/relationships/image" Target="../media/image7.jp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43"/>
          <p:cNvSpPr txBox="1"/>
          <p:nvPr>
            <p:ph type="ctrTitle"/>
          </p:nvPr>
        </p:nvSpPr>
        <p:spPr>
          <a:xfrm>
            <a:off x="3320750" y="1894675"/>
            <a:ext cx="3459600" cy="9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500"/>
              <a:t>Projet BB-8</a:t>
            </a:r>
            <a:endParaRPr sz="4500"/>
          </a:p>
        </p:txBody>
      </p:sp>
      <p:sp>
        <p:nvSpPr>
          <p:cNvPr id="1177" name="Google Shape;1177;p43"/>
          <p:cNvSpPr txBox="1"/>
          <p:nvPr>
            <p:ph idx="1" type="subTitle"/>
          </p:nvPr>
        </p:nvSpPr>
        <p:spPr>
          <a:xfrm>
            <a:off x="6678475" y="4151475"/>
            <a:ext cx="1853400" cy="4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Groupe : I_Roue_6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8" name="Google Shape;117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026" y="2448275"/>
            <a:ext cx="1605450" cy="24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4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/>
              <a:t>Sommaire</a:t>
            </a:r>
            <a:endParaRPr sz="3000"/>
          </a:p>
        </p:txBody>
      </p:sp>
      <p:sp>
        <p:nvSpPr>
          <p:cNvPr id="1184" name="Google Shape;1184;p44"/>
          <p:cNvSpPr txBox="1"/>
          <p:nvPr>
            <p:ph idx="1" type="body"/>
          </p:nvPr>
        </p:nvSpPr>
        <p:spPr>
          <a:xfrm>
            <a:off x="1297500" y="1796150"/>
            <a:ext cx="3901500" cy="2072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" sz="2000">
                <a:latin typeface="Arial"/>
                <a:ea typeface="Arial"/>
                <a:cs typeface="Arial"/>
                <a:sym typeface="Arial"/>
              </a:rPr>
              <a:t>Organigramme de l'équipe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fr" sz="2000">
                <a:latin typeface="Arial"/>
                <a:ea typeface="Arial"/>
                <a:cs typeface="Arial"/>
                <a:sym typeface="Arial"/>
              </a:rPr>
              <a:t>Veille sur l'existant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fr" sz="2000">
                <a:latin typeface="Arial"/>
                <a:ea typeface="Arial"/>
                <a:cs typeface="Arial"/>
                <a:sym typeface="Arial"/>
              </a:rPr>
              <a:t>Diagramme pieuvre et FAST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fr" sz="2000">
                <a:latin typeface="Arial"/>
                <a:ea typeface="Arial"/>
                <a:cs typeface="Arial"/>
                <a:sym typeface="Arial"/>
              </a:rPr>
              <a:t>Audit sur l’existant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fr" sz="2000">
                <a:latin typeface="Arial"/>
                <a:ea typeface="Arial"/>
                <a:cs typeface="Arial"/>
                <a:sym typeface="Arial"/>
              </a:rPr>
              <a:t>Planning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fr" sz="2000">
                <a:latin typeface="Arial"/>
                <a:ea typeface="Arial"/>
                <a:cs typeface="Arial"/>
                <a:sym typeface="Arial"/>
              </a:rPr>
              <a:t>Conclusion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5" name="Google Shape;1185;p44"/>
          <p:cNvGrpSpPr/>
          <p:nvPr/>
        </p:nvGrpSpPr>
        <p:grpSpPr>
          <a:xfrm>
            <a:off x="6670122" y="1891583"/>
            <a:ext cx="2010094" cy="2908697"/>
            <a:chOff x="6150497" y="1117408"/>
            <a:chExt cx="2010094" cy="2908697"/>
          </a:xfrm>
        </p:grpSpPr>
        <p:sp>
          <p:nvSpPr>
            <p:cNvPr id="1186" name="Google Shape;1186;p44"/>
            <p:cNvSpPr/>
            <p:nvPr/>
          </p:nvSpPr>
          <p:spPr>
            <a:xfrm>
              <a:off x="6297690" y="3209101"/>
              <a:ext cx="1715700" cy="760200"/>
            </a:xfrm>
            <a:prstGeom prst="ellipse">
              <a:avLst/>
            </a:pr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44"/>
            <p:cNvSpPr/>
            <p:nvPr/>
          </p:nvSpPr>
          <p:spPr>
            <a:xfrm flipH="1">
              <a:off x="6942646" y="3078759"/>
              <a:ext cx="1180141" cy="898847"/>
            </a:xfrm>
            <a:custGeom>
              <a:rect b="b" l="l" r="r" t="t"/>
              <a:pathLst>
                <a:path extrusionOk="0" h="3614" w="4745">
                  <a:moveTo>
                    <a:pt x="339" y="0"/>
                  </a:moveTo>
                  <a:cubicBezTo>
                    <a:pt x="138" y="0"/>
                    <a:pt x="1" y="162"/>
                    <a:pt x="1" y="439"/>
                  </a:cubicBezTo>
                  <a:cubicBezTo>
                    <a:pt x="26" y="871"/>
                    <a:pt x="255" y="1261"/>
                    <a:pt x="611" y="1498"/>
                  </a:cubicBezTo>
                  <a:lnTo>
                    <a:pt x="4135" y="3531"/>
                  </a:lnTo>
                  <a:cubicBezTo>
                    <a:pt x="4230" y="3587"/>
                    <a:pt x="4321" y="3614"/>
                    <a:pt x="4403" y="3614"/>
                  </a:cubicBezTo>
                  <a:cubicBezTo>
                    <a:pt x="4603" y="3614"/>
                    <a:pt x="4745" y="3452"/>
                    <a:pt x="4745" y="3175"/>
                  </a:cubicBezTo>
                  <a:cubicBezTo>
                    <a:pt x="4719" y="2743"/>
                    <a:pt x="4491" y="2353"/>
                    <a:pt x="4135" y="2116"/>
                  </a:cubicBezTo>
                  <a:lnTo>
                    <a:pt x="611" y="83"/>
                  </a:lnTo>
                  <a:cubicBezTo>
                    <a:pt x="513" y="27"/>
                    <a:pt x="421" y="0"/>
                    <a:pt x="339" y="0"/>
                  </a:cubicBezTo>
                  <a:close/>
                </a:path>
              </a:pathLst>
            </a:custGeom>
            <a:solidFill>
              <a:srgbClr val="7C72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44"/>
            <p:cNvSpPr/>
            <p:nvPr/>
          </p:nvSpPr>
          <p:spPr>
            <a:xfrm flipH="1">
              <a:off x="6942646" y="3078759"/>
              <a:ext cx="1180141" cy="898847"/>
            </a:xfrm>
            <a:custGeom>
              <a:rect b="b" l="l" r="r" t="t"/>
              <a:pathLst>
                <a:path extrusionOk="0" h="3614" w="4745">
                  <a:moveTo>
                    <a:pt x="339" y="0"/>
                  </a:moveTo>
                  <a:cubicBezTo>
                    <a:pt x="138" y="0"/>
                    <a:pt x="1" y="162"/>
                    <a:pt x="1" y="439"/>
                  </a:cubicBezTo>
                  <a:cubicBezTo>
                    <a:pt x="26" y="871"/>
                    <a:pt x="255" y="1261"/>
                    <a:pt x="611" y="1498"/>
                  </a:cubicBezTo>
                  <a:lnTo>
                    <a:pt x="4135" y="3531"/>
                  </a:lnTo>
                  <a:cubicBezTo>
                    <a:pt x="4230" y="3587"/>
                    <a:pt x="4321" y="3614"/>
                    <a:pt x="4403" y="3614"/>
                  </a:cubicBezTo>
                  <a:cubicBezTo>
                    <a:pt x="4603" y="3614"/>
                    <a:pt x="4745" y="3452"/>
                    <a:pt x="4745" y="3175"/>
                  </a:cubicBezTo>
                  <a:cubicBezTo>
                    <a:pt x="4719" y="2743"/>
                    <a:pt x="4491" y="2353"/>
                    <a:pt x="4135" y="2116"/>
                  </a:cubicBezTo>
                  <a:lnTo>
                    <a:pt x="611" y="83"/>
                  </a:lnTo>
                  <a:cubicBezTo>
                    <a:pt x="513" y="27"/>
                    <a:pt x="421" y="0"/>
                    <a:pt x="3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44"/>
            <p:cNvSpPr/>
            <p:nvPr/>
          </p:nvSpPr>
          <p:spPr>
            <a:xfrm flipH="1">
              <a:off x="6900365" y="3029265"/>
              <a:ext cx="1260226" cy="996840"/>
            </a:xfrm>
            <a:custGeom>
              <a:rect b="b" l="l" r="r" t="t"/>
              <a:pathLst>
                <a:path extrusionOk="0" h="4008" w="5067">
                  <a:moveTo>
                    <a:pt x="491" y="199"/>
                  </a:moveTo>
                  <a:cubicBezTo>
                    <a:pt x="573" y="199"/>
                    <a:pt x="665" y="226"/>
                    <a:pt x="763" y="282"/>
                  </a:cubicBezTo>
                  <a:lnTo>
                    <a:pt x="4287" y="2315"/>
                  </a:lnTo>
                  <a:cubicBezTo>
                    <a:pt x="4643" y="2552"/>
                    <a:pt x="4871" y="2942"/>
                    <a:pt x="4897" y="3374"/>
                  </a:cubicBezTo>
                  <a:cubicBezTo>
                    <a:pt x="4897" y="3651"/>
                    <a:pt x="4755" y="3813"/>
                    <a:pt x="4555" y="3813"/>
                  </a:cubicBezTo>
                  <a:cubicBezTo>
                    <a:pt x="4473" y="3813"/>
                    <a:pt x="4382" y="3786"/>
                    <a:pt x="4287" y="3730"/>
                  </a:cubicBezTo>
                  <a:lnTo>
                    <a:pt x="763" y="1697"/>
                  </a:lnTo>
                  <a:cubicBezTo>
                    <a:pt x="407" y="1460"/>
                    <a:pt x="178" y="1070"/>
                    <a:pt x="153" y="638"/>
                  </a:cubicBezTo>
                  <a:cubicBezTo>
                    <a:pt x="153" y="361"/>
                    <a:pt x="290" y="199"/>
                    <a:pt x="491" y="199"/>
                  </a:cubicBezTo>
                  <a:close/>
                  <a:moveTo>
                    <a:pt x="392" y="0"/>
                  </a:moveTo>
                  <a:cubicBezTo>
                    <a:pt x="346" y="0"/>
                    <a:pt x="303" y="14"/>
                    <a:pt x="255" y="28"/>
                  </a:cubicBezTo>
                  <a:cubicBezTo>
                    <a:pt x="34" y="274"/>
                    <a:pt x="0" y="401"/>
                    <a:pt x="0" y="545"/>
                  </a:cubicBezTo>
                  <a:cubicBezTo>
                    <a:pt x="26" y="1087"/>
                    <a:pt x="314" y="1578"/>
                    <a:pt x="763" y="1875"/>
                  </a:cubicBezTo>
                  <a:lnTo>
                    <a:pt x="4287" y="3908"/>
                  </a:lnTo>
                  <a:cubicBezTo>
                    <a:pt x="4406" y="3976"/>
                    <a:pt x="4519" y="4008"/>
                    <a:pt x="4621" y="4008"/>
                  </a:cubicBezTo>
                  <a:cubicBezTo>
                    <a:pt x="4709" y="4008"/>
                    <a:pt x="4788" y="3985"/>
                    <a:pt x="4854" y="3942"/>
                  </a:cubicBezTo>
                  <a:cubicBezTo>
                    <a:pt x="4990" y="3823"/>
                    <a:pt x="5066" y="3645"/>
                    <a:pt x="5049" y="3459"/>
                  </a:cubicBezTo>
                  <a:cubicBezTo>
                    <a:pt x="5024" y="2925"/>
                    <a:pt x="4736" y="2434"/>
                    <a:pt x="4287" y="2137"/>
                  </a:cubicBezTo>
                  <a:lnTo>
                    <a:pt x="763" y="104"/>
                  </a:lnTo>
                  <a:cubicBezTo>
                    <a:pt x="661" y="36"/>
                    <a:pt x="543" y="3"/>
                    <a:pt x="424" y="3"/>
                  </a:cubicBezTo>
                  <a:cubicBezTo>
                    <a:pt x="413" y="1"/>
                    <a:pt x="403" y="0"/>
                    <a:pt x="392" y="0"/>
                  </a:cubicBezTo>
                  <a:close/>
                </a:path>
              </a:pathLst>
            </a:custGeom>
            <a:solidFill>
              <a:srgbClr val="7166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44"/>
            <p:cNvSpPr/>
            <p:nvPr/>
          </p:nvSpPr>
          <p:spPr>
            <a:xfrm flipH="1">
              <a:off x="6150497" y="2596753"/>
              <a:ext cx="1946921" cy="1412936"/>
            </a:xfrm>
            <a:custGeom>
              <a:rect b="b" l="l" r="r" t="t"/>
              <a:pathLst>
                <a:path extrusionOk="0" h="5681" w="7828">
                  <a:moveTo>
                    <a:pt x="3198" y="0"/>
                  </a:moveTo>
                  <a:cubicBezTo>
                    <a:pt x="3108" y="0"/>
                    <a:pt x="3028" y="26"/>
                    <a:pt x="2966" y="73"/>
                  </a:cubicBezTo>
                  <a:lnTo>
                    <a:pt x="1" y="1767"/>
                  </a:lnTo>
                  <a:cubicBezTo>
                    <a:pt x="49" y="1753"/>
                    <a:pt x="92" y="1739"/>
                    <a:pt x="138" y="1739"/>
                  </a:cubicBezTo>
                  <a:cubicBezTo>
                    <a:pt x="149" y="1739"/>
                    <a:pt x="159" y="1740"/>
                    <a:pt x="170" y="1742"/>
                  </a:cubicBezTo>
                  <a:cubicBezTo>
                    <a:pt x="289" y="1742"/>
                    <a:pt x="407" y="1775"/>
                    <a:pt x="509" y="1843"/>
                  </a:cubicBezTo>
                  <a:lnTo>
                    <a:pt x="4033" y="3876"/>
                  </a:lnTo>
                  <a:cubicBezTo>
                    <a:pt x="4482" y="4173"/>
                    <a:pt x="4770" y="4664"/>
                    <a:pt x="4795" y="5198"/>
                  </a:cubicBezTo>
                  <a:cubicBezTo>
                    <a:pt x="4812" y="5384"/>
                    <a:pt x="4736" y="5562"/>
                    <a:pt x="4600" y="5681"/>
                  </a:cubicBezTo>
                  <a:lnTo>
                    <a:pt x="7574" y="3961"/>
                  </a:lnTo>
                  <a:lnTo>
                    <a:pt x="7574" y="3978"/>
                  </a:lnTo>
                  <a:cubicBezTo>
                    <a:pt x="7726" y="3902"/>
                    <a:pt x="7828" y="3724"/>
                    <a:pt x="7828" y="3461"/>
                  </a:cubicBezTo>
                  <a:cubicBezTo>
                    <a:pt x="7794" y="2927"/>
                    <a:pt x="7515" y="2436"/>
                    <a:pt x="7057" y="2140"/>
                  </a:cubicBezTo>
                  <a:lnTo>
                    <a:pt x="3542" y="107"/>
                  </a:lnTo>
                  <a:cubicBezTo>
                    <a:pt x="3419" y="34"/>
                    <a:pt x="3301" y="0"/>
                    <a:pt x="3198" y="0"/>
                  </a:cubicBezTo>
                  <a:close/>
                </a:path>
              </a:pathLst>
            </a:cu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44"/>
            <p:cNvSpPr/>
            <p:nvPr/>
          </p:nvSpPr>
          <p:spPr>
            <a:xfrm flipH="1">
              <a:off x="7212250" y="2599986"/>
              <a:ext cx="809310" cy="457382"/>
            </a:xfrm>
            <a:custGeom>
              <a:rect b="b" l="l" r="r" t="t"/>
              <a:pathLst>
                <a:path extrusionOk="0" h="1839" w="3254">
                  <a:moveTo>
                    <a:pt x="3025" y="0"/>
                  </a:moveTo>
                  <a:lnTo>
                    <a:pt x="1" y="1745"/>
                  </a:lnTo>
                  <a:cubicBezTo>
                    <a:pt x="77" y="1762"/>
                    <a:pt x="145" y="1796"/>
                    <a:pt x="204" y="1830"/>
                  </a:cubicBezTo>
                  <a:lnTo>
                    <a:pt x="229" y="1839"/>
                  </a:lnTo>
                  <a:lnTo>
                    <a:pt x="3254" y="94"/>
                  </a:lnTo>
                  <a:lnTo>
                    <a:pt x="3237" y="85"/>
                  </a:lnTo>
                  <a:cubicBezTo>
                    <a:pt x="3169" y="43"/>
                    <a:pt x="3101" y="17"/>
                    <a:pt x="3025" y="0"/>
                  </a:cubicBez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44"/>
            <p:cNvSpPr/>
            <p:nvPr/>
          </p:nvSpPr>
          <p:spPr>
            <a:xfrm flipH="1">
              <a:off x="7117491" y="2650475"/>
              <a:ext cx="802844" cy="461610"/>
            </a:xfrm>
            <a:custGeom>
              <a:rect b="b" l="l" r="r" t="t"/>
              <a:pathLst>
                <a:path extrusionOk="0" h="1856" w="3228">
                  <a:moveTo>
                    <a:pt x="3033" y="1"/>
                  </a:moveTo>
                  <a:lnTo>
                    <a:pt x="0" y="1746"/>
                  </a:lnTo>
                  <a:lnTo>
                    <a:pt x="203" y="1856"/>
                  </a:lnTo>
                  <a:lnTo>
                    <a:pt x="3228" y="111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44"/>
            <p:cNvSpPr/>
            <p:nvPr/>
          </p:nvSpPr>
          <p:spPr>
            <a:xfrm flipH="1">
              <a:off x="7024721" y="2703202"/>
              <a:ext cx="800854" cy="463849"/>
            </a:xfrm>
            <a:custGeom>
              <a:rect b="b" l="l" r="r" t="t"/>
              <a:pathLst>
                <a:path extrusionOk="0" h="1865" w="3220">
                  <a:moveTo>
                    <a:pt x="3025" y="1"/>
                  </a:moveTo>
                  <a:lnTo>
                    <a:pt x="0" y="1754"/>
                  </a:lnTo>
                  <a:lnTo>
                    <a:pt x="195" y="1864"/>
                  </a:lnTo>
                  <a:lnTo>
                    <a:pt x="3219" y="119"/>
                  </a:lnTo>
                  <a:lnTo>
                    <a:pt x="3025" y="1"/>
                  </a:ln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44"/>
            <p:cNvSpPr/>
            <p:nvPr/>
          </p:nvSpPr>
          <p:spPr>
            <a:xfrm flipH="1">
              <a:off x="6929962" y="2757919"/>
              <a:ext cx="800854" cy="463849"/>
            </a:xfrm>
            <a:custGeom>
              <a:rect b="b" l="l" r="r" t="t"/>
              <a:pathLst>
                <a:path extrusionOk="0" h="1865" w="3220">
                  <a:moveTo>
                    <a:pt x="3025" y="1"/>
                  </a:moveTo>
                  <a:lnTo>
                    <a:pt x="1" y="1754"/>
                  </a:lnTo>
                  <a:lnTo>
                    <a:pt x="195" y="1864"/>
                  </a:lnTo>
                  <a:lnTo>
                    <a:pt x="3220" y="119"/>
                  </a:lnTo>
                  <a:lnTo>
                    <a:pt x="3025" y="1"/>
                  </a:ln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44"/>
            <p:cNvSpPr/>
            <p:nvPr/>
          </p:nvSpPr>
          <p:spPr>
            <a:xfrm flipH="1">
              <a:off x="6835202" y="2812885"/>
              <a:ext cx="800854" cy="463600"/>
            </a:xfrm>
            <a:custGeom>
              <a:rect b="b" l="l" r="r" t="t"/>
              <a:pathLst>
                <a:path extrusionOk="0" h="1864" w="3220">
                  <a:moveTo>
                    <a:pt x="3025" y="0"/>
                  </a:moveTo>
                  <a:lnTo>
                    <a:pt x="1" y="1745"/>
                  </a:lnTo>
                  <a:lnTo>
                    <a:pt x="196" y="1864"/>
                  </a:lnTo>
                  <a:lnTo>
                    <a:pt x="3220" y="110"/>
                  </a:lnTo>
                  <a:lnTo>
                    <a:pt x="3025" y="0"/>
                  </a:ln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44"/>
            <p:cNvSpPr/>
            <p:nvPr/>
          </p:nvSpPr>
          <p:spPr>
            <a:xfrm flipH="1">
              <a:off x="6740194" y="2867601"/>
              <a:ext cx="801103" cy="463600"/>
            </a:xfrm>
            <a:custGeom>
              <a:rect b="b" l="l" r="r" t="t"/>
              <a:pathLst>
                <a:path extrusionOk="0" h="1864" w="3221">
                  <a:moveTo>
                    <a:pt x="3025" y="0"/>
                  </a:moveTo>
                  <a:lnTo>
                    <a:pt x="1" y="1745"/>
                  </a:lnTo>
                  <a:lnTo>
                    <a:pt x="196" y="1864"/>
                  </a:lnTo>
                  <a:lnTo>
                    <a:pt x="3220" y="110"/>
                  </a:lnTo>
                  <a:lnTo>
                    <a:pt x="3025" y="0"/>
                  </a:ln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44"/>
            <p:cNvSpPr/>
            <p:nvPr/>
          </p:nvSpPr>
          <p:spPr>
            <a:xfrm flipH="1">
              <a:off x="6645435" y="2922318"/>
              <a:ext cx="803093" cy="461610"/>
            </a:xfrm>
            <a:custGeom>
              <a:rect b="b" l="l" r="r" t="t"/>
              <a:pathLst>
                <a:path extrusionOk="0" h="1856" w="3229">
                  <a:moveTo>
                    <a:pt x="3025" y="1"/>
                  </a:moveTo>
                  <a:lnTo>
                    <a:pt x="1" y="1746"/>
                  </a:lnTo>
                  <a:lnTo>
                    <a:pt x="196" y="1856"/>
                  </a:lnTo>
                  <a:lnTo>
                    <a:pt x="3228" y="111"/>
                  </a:lnTo>
                  <a:lnTo>
                    <a:pt x="3025" y="1"/>
                  </a:ln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44"/>
            <p:cNvSpPr/>
            <p:nvPr/>
          </p:nvSpPr>
          <p:spPr>
            <a:xfrm flipH="1">
              <a:off x="6552914" y="2977035"/>
              <a:ext cx="800854" cy="461610"/>
            </a:xfrm>
            <a:custGeom>
              <a:rect b="b" l="l" r="r" t="t"/>
              <a:pathLst>
                <a:path extrusionOk="0" h="1856" w="3220">
                  <a:moveTo>
                    <a:pt x="3025" y="1"/>
                  </a:moveTo>
                  <a:lnTo>
                    <a:pt x="1" y="1746"/>
                  </a:lnTo>
                  <a:lnTo>
                    <a:pt x="196" y="1856"/>
                  </a:lnTo>
                  <a:lnTo>
                    <a:pt x="3220" y="111"/>
                  </a:lnTo>
                  <a:lnTo>
                    <a:pt x="3025" y="1"/>
                  </a:ln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44"/>
            <p:cNvSpPr/>
            <p:nvPr/>
          </p:nvSpPr>
          <p:spPr>
            <a:xfrm flipH="1">
              <a:off x="6457905" y="3032001"/>
              <a:ext cx="800854" cy="461610"/>
            </a:xfrm>
            <a:custGeom>
              <a:rect b="b" l="l" r="r" t="t"/>
              <a:pathLst>
                <a:path extrusionOk="0" h="1856" w="3220">
                  <a:moveTo>
                    <a:pt x="3024" y="0"/>
                  </a:moveTo>
                  <a:lnTo>
                    <a:pt x="0" y="1745"/>
                  </a:lnTo>
                  <a:lnTo>
                    <a:pt x="195" y="1855"/>
                  </a:lnTo>
                  <a:lnTo>
                    <a:pt x="3219" y="110"/>
                  </a:lnTo>
                  <a:lnTo>
                    <a:pt x="3024" y="0"/>
                  </a:ln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44"/>
            <p:cNvSpPr/>
            <p:nvPr/>
          </p:nvSpPr>
          <p:spPr>
            <a:xfrm flipH="1">
              <a:off x="6363146" y="3084479"/>
              <a:ext cx="800854" cy="463849"/>
            </a:xfrm>
            <a:custGeom>
              <a:rect b="b" l="l" r="r" t="t"/>
              <a:pathLst>
                <a:path extrusionOk="0" h="1865" w="3220">
                  <a:moveTo>
                    <a:pt x="3025" y="1"/>
                  </a:moveTo>
                  <a:lnTo>
                    <a:pt x="0" y="1754"/>
                  </a:lnTo>
                  <a:lnTo>
                    <a:pt x="195" y="1864"/>
                  </a:lnTo>
                  <a:lnTo>
                    <a:pt x="3219" y="119"/>
                  </a:lnTo>
                  <a:lnTo>
                    <a:pt x="3025" y="1"/>
                  </a:ln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44"/>
            <p:cNvSpPr/>
            <p:nvPr/>
          </p:nvSpPr>
          <p:spPr>
            <a:xfrm flipH="1">
              <a:off x="6278832" y="3141434"/>
              <a:ext cx="792398" cy="468077"/>
            </a:xfrm>
            <a:custGeom>
              <a:rect b="b" l="l" r="r" t="t"/>
              <a:pathLst>
                <a:path extrusionOk="0" h="1882" w="3186">
                  <a:moveTo>
                    <a:pt x="3024" y="1"/>
                  </a:moveTo>
                  <a:lnTo>
                    <a:pt x="0" y="1746"/>
                  </a:lnTo>
                  <a:cubicBezTo>
                    <a:pt x="51" y="1788"/>
                    <a:pt x="110" y="1830"/>
                    <a:pt x="153" y="1881"/>
                  </a:cubicBezTo>
                  <a:lnTo>
                    <a:pt x="3185" y="136"/>
                  </a:lnTo>
                  <a:cubicBezTo>
                    <a:pt x="3134" y="85"/>
                    <a:pt x="3084" y="43"/>
                    <a:pt x="3024" y="1"/>
                  </a:cubicBez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44"/>
            <p:cNvSpPr/>
            <p:nvPr/>
          </p:nvSpPr>
          <p:spPr>
            <a:xfrm flipH="1">
              <a:off x="6219888" y="3208836"/>
              <a:ext cx="781952" cy="474295"/>
            </a:xfrm>
            <a:custGeom>
              <a:rect b="b" l="l" r="r" t="t"/>
              <a:pathLst>
                <a:path extrusionOk="0" h="1907" w="3144">
                  <a:moveTo>
                    <a:pt x="3033" y="1"/>
                  </a:moveTo>
                  <a:lnTo>
                    <a:pt x="1" y="1746"/>
                  </a:lnTo>
                  <a:cubicBezTo>
                    <a:pt x="43" y="1796"/>
                    <a:pt x="85" y="1856"/>
                    <a:pt x="119" y="1907"/>
                  </a:cubicBezTo>
                  <a:lnTo>
                    <a:pt x="3143" y="162"/>
                  </a:lnTo>
                  <a:cubicBezTo>
                    <a:pt x="3110" y="102"/>
                    <a:pt x="3067" y="51"/>
                    <a:pt x="3033" y="1"/>
                  </a:cubicBez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44"/>
            <p:cNvSpPr/>
            <p:nvPr/>
          </p:nvSpPr>
          <p:spPr>
            <a:xfrm flipH="1">
              <a:off x="6175617" y="3288921"/>
              <a:ext cx="773496" cy="478523"/>
            </a:xfrm>
            <a:custGeom>
              <a:rect b="b" l="l" r="r" t="t"/>
              <a:pathLst>
                <a:path extrusionOk="0" h="1924" w="3110">
                  <a:moveTo>
                    <a:pt x="3025" y="0"/>
                  </a:moveTo>
                  <a:lnTo>
                    <a:pt x="0" y="1746"/>
                  </a:lnTo>
                  <a:cubicBezTo>
                    <a:pt x="26" y="1805"/>
                    <a:pt x="60" y="1864"/>
                    <a:pt x="77" y="1923"/>
                  </a:cubicBezTo>
                  <a:lnTo>
                    <a:pt x="3109" y="178"/>
                  </a:lnTo>
                  <a:cubicBezTo>
                    <a:pt x="3084" y="119"/>
                    <a:pt x="3058" y="60"/>
                    <a:pt x="3025" y="0"/>
                  </a:cubicBez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44"/>
            <p:cNvSpPr/>
            <p:nvPr/>
          </p:nvSpPr>
          <p:spPr>
            <a:xfrm flipH="1">
              <a:off x="6152486" y="3377463"/>
              <a:ext cx="763050" cy="484741"/>
            </a:xfrm>
            <a:custGeom>
              <a:rect b="b" l="l" r="r" t="t"/>
              <a:pathLst>
                <a:path extrusionOk="0" h="1949" w="3068">
                  <a:moveTo>
                    <a:pt x="3025" y="0"/>
                  </a:moveTo>
                  <a:lnTo>
                    <a:pt x="1" y="1745"/>
                  </a:lnTo>
                  <a:cubicBezTo>
                    <a:pt x="18" y="1813"/>
                    <a:pt x="35" y="1881"/>
                    <a:pt x="35" y="1949"/>
                  </a:cubicBezTo>
                  <a:lnTo>
                    <a:pt x="3068" y="204"/>
                  </a:lnTo>
                  <a:cubicBezTo>
                    <a:pt x="3059" y="136"/>
                    <a:pt x="3042" y="68"/>
                    <a:pt x="3025" y="0"/>
                  </a:cubicBez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44"/>
            <p:cNvSpPr/>
            <p:nvPr/>
          </p:nvSpPr>
          <p:spPr>
            <a:xfrm flipH="1">
              <a:off x="6152486" y="3480679"/>
              <a:ext cx="779714" cy="505881"/>
            </a:xfrm>
            <a:custGeom>
              <a:rect b="b" l="l" r="r" t="t"/>
              <a:pathLst>
                <a:path extrusionOk="0" h="2034" w="3135">
                  <a:moveTo>
                    <a:pt x="3135" y="0"/>
                  </a:moveTo>
                  <a:lnTo>
                    <a:pt x="102" y="1754"/>
                  </a:lnTo>
                  <a:cubicBezTo>
                    <a:pt x="93" y="1856"/>
                    <a:pt x="59" y="1949"/>
                    <a:pt x="0" y="2033"/>
                  </a:cubicBezTo>
                  <a:lnTo>
                    <a:pt x="3041" y="280"/>
                  </a:lnTo>
                  <a:cubicBezTo>
                    <a:pt x="3092" y="195"/>
                    <a:pt x="3126" y="102"/>
                    <a:pt x="3135" y="0"/>
                  </a:cubicBez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44"/>
            <p:cNvSpPr/>
            <p:nvPr/>
          </p:nvSpPr>
          <p:spPr>
            <a:xfrm flipH="1">
              <a:off x="6314647" y="2195330"/>
              <a:ext cx="720271" cy="751112"/>
            </a:xfrm>
            <a:custGeom>
              <a:rect b="b" l="l" r="r" t="t"/>
              <a:pathLst>
                <a:path extrusionOk="0" h="3020" w="2896">
                  <a:moveTo>
                    <a:pt x="1328" y="1"/>
                  </a:moveTo>
                  <a:cubicBezTo>
                    <a:pt x="1276" y="1"/>
                    <a:pt x="1224" y="20"/>
                    <a:pt x="1184" y="60"/>
                  </a:cubicBezTo>
                  <a:cubicBezTo>
                    <a:pt x="1099" y="145"/>
                    <a:pt x="1099" y="281"/>
                    <a:pt x="1184" y="365"/>
                  </a:cubicBezTo>
                  <a:lnTo>
                    <a:pt x="1370" y="569"/>
                  </a:lnTo>
                  <a:cubicBezTo>
                    <a:pt x="1989" y="1246"/>
                    <a:pt x="2395" y="1865"/>
                    <a:pt x="2124" y="2280"/>
                  </a:cubicBezTo>
                  <a:cubicBezTo>
                    <a:pt x="2012" y="2463"/>
                    <a:pt x="1744" y="2576"/>
                    <a:pt x="1343" y="2576"/>
                  </a:cubicBezTo>
                  <a:cubicBezTo>
                    <a:pt x="1077" y="2576"/>
                    <a:pt x="754" y="2527"/>
                    <a:pt x="379" y="2415"/>
                  </a:cubicBezTo>
                  <a:cubicBezTo>
                    <a:pt x="352" y="2406"/>
                    <a:pt x="326" y="2401"/>
                    <a:pt x="302" y="2401"/>
                  </a:cubicBezTo>
                  <a:cubicBezTo>
                    <a:pt x="91" y="2401"/>
                    <a:pt x="1" y="2730"/>
                    <a:pt x="244" y="2813"/>
                  </a:cubicBezTo>
                  <a:cubicBezTo>
                    <a:pt x="602" y="2951"/>
                    <a:pt x="974" y="3019"/>
                    <a:pt x="1354" y="3019"/>
                  </a:cubicBezTo>
                  <a:cubicBezTo>
                    <a:pt x="1396" y="3019"/>
                    <a:pt x="1438" y="3018"/>
                    <a:pt x="1481" y="3017"/>
                  </a:cubicBezTo>
                  <a:cubicBezTo>
                    <a:pt x="1921" y="3017"/>
                    <a:pt x="2268" y="2856"/>
                    <a:pt x="2446" y="2585"/>
                  </a:cubicBezTo>
                  <a:cubicBezTo>
                    <a:pt x="2895" y="1873"/>
                    <a:pt x="2268" y="933"/>
                    <a:pt x="1599" y="187"/>
                  </a:cubicBezTo>
                  <a:lnTo>
                    <a:pt x="1489" y="69"/>
                  </a:lnTo>
                  <a:cubicBezTo>
                    <a:pt x="1445" y="24"/>
                    <a:pt x="1386" y="1"/>
                    <a:pt x="1328" y="1"/>
                  </a:cubicBezTo>
                  <a:close/>
                </a:path>
              </a:pathLst>
            </a:custGeom>
            <a:solidFill>
              <a:srgbClr val="BFB3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44"/>
            <p:cNvSpPr/>
            <p:nvPr/>
          </p:nvSpPr>
          <p:spPr>
            <a:xfrm flipH="1">
              <a:off x="6630761" y="1757346"/>
              <a:ext cx="520555" cy="646901"/>
            </a:xfrm>
            <a:custGeom>
              <a:rect b="b" l="l" r="r" t="t"/>
              <a:pathLst>
                <a:path extrusionOk="0" h="2601" w="2093">
                  <a:moveTo>
                    <a:pt x="767" y="0"/>
                  </a:moveTo>
                  <a:cubicBezTo>
                    <a:pt x="675" y="0"/>
                    <a:pt x="590" y="24"/>
                    <a:pt x="517" y="68"/>
                  </a:cubicBezTo>
                  <a:lnTo>
                    <a:pt x="0" y="347"/>
                  </a:lnTo>
                  <a:cubicBezTo>
                    <a:pt x="70" y="324"/>
                    <a:pt x="142" y="313"/>
                    <a:pt x="213" y="313"/>
                  </a:cubicBezTo>
                  <a:cubicBezTo>
                    <a:pt x="349" y="313"/>
                    <a:pt x="482" y="354"/>
                    <a:pt x="593" y="432"/>
                  </a:cubicBezTo>
                  <a:cubicBezTo>
                    <a:pt x="1135" y="788"/>
                    <a:pt x="1483" y="1381"/>
                    <a:pt x="1517" y="2025"/>
                  </a:cubicBezTo>
                  <a:cubicBezTo>
                    <a:pt x="1517" y="2304"/>
                    <a:pt x="1415" y="2507"/>
                    <a:pt x="1262" y="2601"/>
                  </a:cubicBezTo>
                  <a:lnTo>
                    <a:pt x="1830" y="2321"/>
                  </a:lnTo>
                  <a:lnTo>
                    <a:pt x="1644" y="2118"/>
                  </a:lnTo>
                  <a:cubicBezTo>
                    <a:pt x="1496" y="1964"/>
                    <a:pt x="1640" y="1757"/>
                    <a:pt x="1803" y="1757"/>
                  </a:cubicBezTo>
                  <a:cubicBezTo>
                    <a:pt x="1855" y="1757"/>
                    <a:pt x="1910" y="1778"/>
                    <a:pt x="1957" y="1830"/>
                  </a:cubicBezTo>
                  <a:lnTo>
                    <a:pt x="2067" y="1948"/>
                  </a:lnTo>
                  <a:cubicBezTo>
                    <a:pt x="2084" y="1872"/>
                    <a:pt x="2093" y="1796"/>
                    <a:pt x="2093" y="1720"/>
                  </a:cubicBezTo>
                  <a:cubicBezTo>
                    <a:pt x="2059" y="1067"/>
                    <a:pt x="1711" y="483"/>
                    <a:pt x="1169" y="127"/>
                  </a:cubicBezTo>
                  <a:cubicBezTo>
                    <a:pt x="1025" y="41"/>
                    <a:pt x="889" y="0"/>
                    <a:pt x="7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44"/>
            <p:cNvSpPr/>
            <p:nvPr/>
          </p:nvSpPr>
          <p:spPr>
            <a:xfrm flipH="1">
              <a:off x="6774019" y="1837183"/>
              <a:ext cx="457382" cy="587708"/>
            </a:xfrm>
            <a:custGeom>
              <a:rect b="b" l="l" r="r" t="t"/>
              <a:pathLst>
                <a:path extrusionOk="0" h="2363" w="1839">
                  <a:moveTo>
                    <a:pt x="535" y="0"/>
                  </a:moveTo>
                  <a:cubicBezTo>
                    <a:pt x="464" y="0"/>
                    <a:pt x="392" y="12"/>
                    <a:pt x="322" y="35"/>
                  </a:cubicBezTo>
                  <a:cubicBezTo>
                    <a:pt x="127" y="111"/>
                    <a:pt x="0" y="331"/>
                    <a:pt x="0" y="653"/>
                  </a:cubicBezTo>
                  <a:cubicBezTo>
                    <a:pt x="34" y="1297"/>
                    <a:pt x="381" y="1881"/>
                    <a:pt x="915" y="2237"/>
                  </a:cubicBezTo>
                  <a:cubicBezTo>
                    <a:pt x="1061" y="2322"/>
                    <a:pt x="1202" y="2362"/>
                    <a:pt x="1326" y="2362"/>
                  </a:cubicBezTo>
                  <a:cubicBezTo>
                    <a:pt x="1425" y="2362"/>
                    <a:pt x="1513" y="2337"/>
                    <a:pt x="1584" y="2288"/>
                  </a:cubicBezTo>
                  <a:cubicBezTo>
                    <a:pt x="1737" y="2186"/>
                    <a:pt x="1839" y="1992"/>
                    <a:pt x="1839" y="1712"/>
                  </a:cubicBezTo>
                  <a:cubicBezTo>
                    <a:pt x="1805" y="1060"/>
                    <a:pt x="1457" y="475"/>
                    <a:pt x="915" y="119"/>
                  </a:cubicBezTo>
                  <a:cubicBezTo>
                    <a:pt x="804" y="42"/>
                    <a:pt x="671" y="0"/>
                    <a:pt x="535" y="0"/>
                  </a:cubicBezTo>
                  <a:close/>
                </a:path>
              </a:pathLst>
            </a:custGeom>
            <a:solidFill>
              <a:srgbClr val="BFB3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44"/>
            <p:cNvSpPr/>
            <p:nvPr/>
          </p:nvSpPr>
          <p:spPr>
            <a:xfrm flipH="1">
              <a:off x="6727759" y="2526118"/>
              <a:ext cx="868255" cy="793642"/>
            </a:xfrm>
            <a:custGeom>
              <a:rect b="b" l="l" r="r" t="t"/>
              <a:pathLst>
                <a:path extrusionOk="0" h="3191" w="3491">
                  <a:moveTo>
                    <a:pt x="1" y="1"/>
                  </a:moveTo>
                  <a:lnTo>
                    <a:pt x="1" y="2178"/>
                  </a:lnTo>
                  <a:cubicBezTo>
                    <a:pt x="1" y="2432"/>
                    <a:pt x="170" y="2695"/>
                    <a:pt x="509" y="2898"/>
                  </a:cubicBezTo>
                  <a:cubicBezTo>
                    <a:pt x="852" y="3093"/>
                    <a:pt x="1299" y="3190"/>
                    <a:pt x="1745" y="3190"/>
                  </a:cubicBezTo>
                  <a:cubicBezTo>
                    <a:pt x="2191" y="3190"/>
                    <a:pt x="2635" y="3093"/>
                    <a:pt x="2974" y="2898"/>
                  </a:cubicBezTo>
                  <a:cubicBezTo>
                    <a:pt x="3321" y="2695"/>
                    <a:pt x="3491" y="2432"/>
                    <a:pt x="3491" y="2178"/>
                  </a:cubicBezTo>
                  <a:lnTo>
                    <a:pt x="3491" y="1"/>
                  </a:lnTo>
                  <a:cubicBezTo>
                    <a:pt x="3491" y="255"/>
                    <a:pt x="3321" y="518"/>
                    <a:pt x="2974" y="713"/>
                  </a:cubicBezTo>
                  <a:cubicBezTo>
                    <a:pt x="2635" y="907"/>
                    <a:pt x="2191" y="1005"/>
                    <a:pt x="1745" y="1005"/>
                  </a:cubicBezTo>
                  <a:cubicBezTo>
                    <a:pt x="1299" y="1005"/>
                    <a:pt x="852" y="907"/>
                    <a:pt x="509" y="713"/>
                  </a:cubicBezTo>
                  <a:cubicBezTo>
                    <a:pt x="170" y="518"/>
                    <a:pt x="1" y="255"/>
                    <a:pt x="1" y="1"/>
                  </a:cubicBezTo>
                  <a:close/>
                </a:path>
              </a:pathLst>
            </a:custGeom>
            <a:solidFill>
              <a:srgbClr val="BFB3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44"/>
            <p:cNvSpPr/>
            <p:nvPr/>
          </p:nvSpPr>
          <p:spPr>
            <a:xfrm flipH="1">
              <a:off x="6628522" y="2273426"/>
              <a:ext cx="1066479" cy="906060"/>
            </a:xfrm>
            <a:custGeom>
              <a:rect b="b" l="l" r="r" t="t"/>
              <a:pathLst>
                <a:path extrusionOk="0" h="3643" w="4288">
                  <a:moveTo>
                    <a:pt x="1" y="0"/>
                  </a:moveTo>
                  <a:lnTo>
                    <a:pt x="1" y="2415"/>
                  </a:lnTo>
                  <a:cubicBezTo>
                    <a:pt x="1" y="3092"/>
                    <a:pt x="958" y="3643"/>
                    <a:pt x="2144" y="3643"/>
                  </a:cubicBezTo>
                  <a:cubicBezTo>
                    <a:pt x="3330" y="3643"/>
                    <a:pt x="4287" y="3092"/>
                    <a:pt x="4287" y="2415"/>
                  </a:cubicBezTo>
                  <a:lnTo>
                    <a:pt x="4287" y="0"/>
                  </a:lnTo>
                  <a:cubicBezTo>
                    <a:pt x="4287" y="619"/>
                    <a:pt x="3330" y="1127"/>
                    <a:pt x="2144" y="1127"/>
                  </a:cubicBezTo>
                  <a:cubicBezTo>
                    <a:pt x="958" y="1127"/>
                    <a:pt x="1" y="619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44"/>
            <p:cNvSpPr/>
            <p:nvPr/>
          </p:nvSpPr>
          <p:spPr>
            <a:xfrm flipH="1">
              <a:off x="6628522" y="2273426"/>
              <a:ext cx="211157" cy="836669"/>
            </a:xfrm>
            <a:custGeom>
              <a:rect b="b" l="l" r="r" t="t"/>
              <a:pathLst>
                <a:path extrusionOk="0" h="3364" w="849">
                  <a:moveTo>
                    <a:pt x="848" y="0"/>
                  </a:moveTo>
                  <a:cubicBezTo>
                    <a:pt x="848" y="365"/>
                    <a:pt x="509" y="687"/>
                    <a:pt x="1" y="898"/>
                  </a:cubicBezTo>
                  <a:cubicBezTo>
                    <a:pt x="18" y="1720"/>
                    <a:pt x="43" y="2542"/>
                    <a:pt x="69" y="3363"/>
                  </a:cubicBezTo>
                  <a:cubicBezTo>
                    <a:pt x="543" y="3135"/>
                    <a:pt x="848" y="2796"/>
                    <a:pt x="848" y="2415"/>
                  </a:cubicBezTo>
                  <a:lnTo>
                    <a:pt x="8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44"/>
            <p:cNvSpPr/>
            <p:nvPr/>
          </p:nvSpPr>
          <p:spPr>
            <a:xfrm flipH="1">
              <a:off x="6628522" y="2273426"/>
              <a:ext cx="1066479" cy="906060"/>
            </a:xfrm>
            <a:custGeom>
              <a:rect b="b" l="l" r="r" t="t"/>
              <a:pathLst>
                <a:path extrusionOk="0" h="3643" w="4288">
                  <a:moveTo>
                    <a:pt x="4287" y="0"/>
                  </a:moveTo>
                  <a:lnTo>
                    <a:pt x="4287" y="2415"/>
                  </a:lnTo>
                  <a:cubicBezTo>
                    <a:pt x="4287" y="3092"/>
                    <a:pt x="3330" y="3643"/>
                    <a:pt x="2144" y="3643"/>
                  </a:cubicBezTo>
                  <a:cubicBezTo>
                    <a:pt x="958" y="3643"/>
                    <a:pt x="1" y="3092"/>
                    <a:pt x="1" y="2415"/>
                  </a:cubicBezTo>
                  <a:lnTo>
                    <a:pt x="1" y="0"/>
                  </a:lnTo>
                  <a:cubicBezTo>
                    <a:pt x="1" y="619"/>
                    <a:pt x="958" y="1127"/>
                    <a:pt x="2144" y="1127"/>
                  </a:cubicBezTo>
                  <a:cubicBezTo>
                    <a:pt x="3330" y="1127"/>
                    <a:pt x="4287" y="619"/>
                    <a:pt x="4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44"/>
            <p:cNvSpPr/>
            <p:nvPr/>
          </p:nvSpPr>
          <p:spPr>
            <a:xfrm flipH="1">
              <a:off x="7446040" y="2448271"/>
              <a:ext cx="173104" cy="636455"/>
            </a:xfrm>
            <a:custGeom>
              <a:rect b="b" l="l" r="r" t="t"/>
              <a:pathLst>
                <a:path extrusionOk="0" h="2559" w="696">
                  <a:moveTo>
                    <a:pt x="1" y="0"/>
                  </a:moveTo>
                  <a:lnTo>
                    <a:pt x="1" y="560"/>
                  </a:lnTo>
                  <a:cubicBezTo>
                    <a:pt x="9" y="1093"/>
                    <a:pt x="9" y="1627"/>
                    <a:pt x="1" y="2161"/>
                  </a:cubicBezTo>
                  <a:cubicBezTo>
                    <a:pt x="195" y="2347"/>
                    <a:pt x="433" y="2483"/>
                    <a:pt x="687" y="2559"/>
                  </a:cubicBezTo>
                  <a:cubicBezTo>
                    <a:pt x="695" y="1839"/>
                    <a:pt x="695" y="1110"/>
                    <a:pt x="695" y="373"/>
                  </a:cubicBezTo>
                  <a:cubicBezTo>
                    <a:pt x="441" y="305"/>
                    <a:pt x="204" y="17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44"/>
            <p:cNvSpPr/>
            <p:nvPr/>
          </p:nvSpPr>
          <p:spPr>
            <a:xfrm flipH="1">
              <a:off x="6628522" y="2241839"/>
              <a:ext cx="1066479" cy="316114"/>
            </a:xfrm>
            <a:custGeom>
              <a:rect b="b" l="l" r="r" t="t"/>
              <a:pathLst>
                <a:path extrusionOk="0" h="1271" w="4288">
                  <a:moveTo>
                    <a:pt x="9" y="0"/>
                  </a:moveTo>
                  <a:cubicBezTo>
                    <a:pt x="1" y="43"/>
                    <a:pt x="1" y="94"/>
                    <a:pt x="1" y="136"/>
                  </a:cubicBezTo>
                  <a:cubicBezTo>
                    <a:pt x="1" y="763"/>
                    <a:pt x="958" y="1271"/>
                    <a:pt x="2144" y="1271"/>
                  </a:cubicBezTo>
                  <a:cubicBezTo>
                    <a:pt x="3330" y="1271"/>
                    <a:pt x="4287" y="763"/>
                    <a:pt x="4287" y="136"/>
                  </a:cubicBezTo>
                  <a:cubicBezTo>
                    <a:pt x="4287" y="94"/>
                    <a:pt x="4279" y="43"/>
                    <a:pt x="4270" y="0"/>
                  </a:cubicBezTo>
                  <a:cubicBezTo>
                    <a:pt x="4219" y="593"/>
                    <a:pt x="3279" y="1068"/>
                    <a:pt x="2144" y="1068"/>
                  </a:cubicBezTo>
                  <a:cubicBezTo>
                    <a:pt x="1000" y="1068"/>
                    <a:pt x="60" y="593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44"/>
            <p:cNvSpPr/>
            <p:nvPr/>
          </p:nvSpPr>
          <p:spPr>
            <a:xfrm flipH="1">
              <a:off x="6632750" y="2064756"/>
              <a:ext cx="1058023" cy="440719"/>
            </a:xfrm>
            <a:custGeom>
              <a:rect b="b" l="l" r="r" t="t"/>
              <a:pathLst>
                <a:path extrusionOk="0" h="1772" w="4254">
                  <a:moveTo>
                    <a:pt x="3914" y="1"/>
                  </a:moveTo>
                  <a:lnTo>
                    <a:pt x="3914" y="1"/>
                  </a:lnTo>
                  <a:cubicBezTo>
                    <a:pt x="4058" y="128"/>
                    <a:pt x="4143" y="314"/>
                    <a:pt x="4151" y="509"/>
                  </a:cubicBezTo>
                  <a:cubicBezTo>
                    <a:pt x="4151" y="1094"/>
                    <a:pt x="3245" y="1568"/>
                    <a:pt x="2127" y="1568"/>
                  </a:cubicBezTo>
                  <a:cubicBezTo>
                    <a:pt x="1009" y="1568"/>
                    <a:pt x="102" y="1094"/>
                    <a:pt x="102" y="509"/>
                  </a:cubicBezTo>
                  <a:cubicBezTo>
                    <a:pt x="111" y="323"/>
                    <a:pt x="187" y="153"/>
                    <a:pt x="322" y="35"/>
                  </a:cubicBezTo>
                  <a:lnTo>
                    <a:pt x="322" y="35"/>
                  </a:lnTo>
                  <a:cubicBezTo>
                    <a:pt x="128" y="187"/>
                    <a:pt x="17" y="407"/>
                    <a:pt x="1" y="653"/>
                  </a:cubicBezTo>
                  <a:lnTo>
                    <a:pt x="1" y="704"/>
                  </a:lnTo>
                  <a:cubicBezTo>
                    <a:pt x="51" y="1297"/>
                    <a:pt x="992" y="1771"/>
                    <a:pt x="2127" y="1771"/>
                  </a:cubicBezTo>
                  <a:cubicBezTo>
                    <a:pt x="3270" y="1771"/>
                    <a:pt x="4202" y="1297"/>
                    <a:pt x="4253" y="704"/>
                  </a:cubicBezTo>
                  <a:lnTo>
                    <a:pt x="4253" y="653"/>
                  </a:lnTo>
                  <a:cubicBezTo>
                    <a:pt x="4236" y="399"/>
                    <a:pt x="4109" y="162"/>
                    <a:pt x="3914" y="1"/>
                  </a:cubicBezTo>
                  <a:close/>
                </a:path>
              </a:pathLst>
            </a:custGeom>
            <a:solidFill>
              <a:srgbClr val="BFB3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44"/>
            <p:cNvSpPr/>
            <p:nvPr/>
          </p:nvSpPr>
          <p:spPr>
            <a:xfrm flipH="1">
              <a:off x="6660357" y="1925725"/>
              <a:ext cx="1005047" cy="529011"/>
            </a:xfrm>
            <a:custGeom>
              <a:rect b="b" l="l" r="r" t="t"/>
              <a:pathLst>
                <a:path extrusionOk="0" h="2127" w="4041">
                  <a:moveTo>
                    <a:pt x="2025" y="1"/>
                  </a:moveTo>
                  <a:cubicBezTo>
                    <a:pt x="1229" y="1"/>
                    <a:pt x="542" y="238"/>
                    <a:pt x="212" y="594"/>
                  </a:cubicBezTo>
                  <a:cubicBezTo>
                    <a:pt x="85" y="712"/>
                    <a:pt x="9" y="882"/>
                    <a:pt x="0" y="1068"/>
                  </a:cubicBezTo>
                  <a:cubicBezTo>
                    <a:pt x="0" y="1653"/>
                    <a:pt x="907" y="2127"/>
                    <a:pt x="2025" y="2127"/>
                  </a:cubicBezTo>
                  <a:cubicBezTo>
                    <a:pt x="3143" y="2127"/>
                    <a:pt x="4041" y="1653"/>
                    <a:pt x="4041" y="1068"/>
                  </a:cubicBezTo>
                  <a:cubicBezTo>
                    <a:pt x="4041" y="873"/>
                    <a:pt x="3948" y="687"/>
                    <a:pt x="3804" y="560"/>
                  </a:cubicBezTo>
                  <a:cubicBezTo>
                    <a:pt x="3804" y="560"/>
                    <a:pt x="3795" y="551"/>
                    <a:pt x="3795" y="551"/>
                  </a:cubicBezTo>
                  <a:cubicBezTo>
                    <a:pt x="3448" y="221"/>
                    <a:pt x="2787" y="1"/>
                    <a:pt x="20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44"/>
            <p:cNvSpPr/>
            <p:nvPr/>
          </p:nvSpPr>
          <p:spPr>
            <a:xfrm flipH="1">
              <a:off x="6660357" y="1925725"/>
              <a:ext cx="1005047" cy="529011"/>
            </a:xfrm>
            <a:custGeom>
              <a:rect b="b" l="l" r="r" t="t"/>
              <a:pathLst>
                <a:path extrusionOk="0" h="2127" w="4041">
                  <a:moveTo>
                    <a:pt x="4041" y="1068"/>
                  </a:moveTo>
                  <a:cubicBezTo>
                    <a:pt x="4041" y="1653"/>
                    <a:pt x="3143" y="2127"/>
                    <a:pt x="2025" y="2127"/>
                  </a:cubicBezTo>
                  <a:cubicBezTo>
                    <a:pt x="907" y="2127"/>
                    <a:pt x="0" y="1653"/>
                    <a:pt x="0" y="1068"/>
                  </a:cubicBezTo>
                  <a:cubicBezTo>
                    <a:pt x="9" y="882"/>
                    <a:pt x="85" y="712"/>
                    <a:pt x="212" y="594"/>
                  </a:cubicBezTo>
                  <a:cubicBezTo>
                    <a:pt x="542" y="238"/>
                    <a:pt x="1229" y="1"/>
                    <a:pt x="2025" y="1"/>
                  </a:cubicBezTo>
                  <a:cubicBezTo>
                    <a:pt x="2787" y="1"/>
                    <a:pt x="3448" y="221"/>
                    <a:pt x="3795" y="551"/>
                  </a:cubicBezTo>
                  <a:cubicBezTo>
                    <a:pt x="3795" y="551"/>
                    <a:pt x="3804" y="560"/>
                    <a:pt x="3804" y="560"/>
                  </a:cubicBezTo>
                  <a:cubicBezTo>
                    <a:pt x="3948" y="687"/>
                    <a:pt x="4041" y="873"/>
                    <a:pt x="4041" y="10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44"/>
            <p:cNvSpPr/>
            <p:nvPr/>
          </p:nvSpPr>
          <p:spPr>
            <a:xfrm flipH="1">
              <a:off x="6628522" y="2273426"/>
              <a:ext cx="1066479" cy="906060"/>
            </a:xfrm>
            <a:custGeom>
              <a:rect b="b" l="l" r="r" t="t"/>
              <a:pathLst>
                <a:path extrusionOk="0" h="3643" w="4288">
                  <a:moveTo>
                    <a:pt x="1" y="0"/>
                  </a:moveTo>
                  <a:lnTo>
                    <a:pt x="1" y="2415"/>
                  </a:lnTo>
                  <a:cubicBezTo>
                    <a:pt x="1" y="3092"/>
                    <a:pt x="958" y="3643"/>
                    <a:pt x="2144" y="3643"/>
                  </a:cubicBezTo>
                  <a:cubicBezTo>
                    <a:pt x="3330" y="3643"/>
                    <a:pt x="4287" y="3092"/>
                    <a:pt x="4287" y="2415"/>
                  </a:cubicBezTo>
                  <a:lnTo>
                    <a:pt x="4287" y="0"/>
                  </a:lnTo>
                  <a:cubicBezTo>
                    <a:pt x="4287" y="619"/>
                    <a:pt x="3330" y="1127"/>
                    <a:pt x="2144" y="1127"/>
                  </a:cubicBezTo>
                  <a:cubicBezTo>
                    <a:pt x="958" y="1127"/>
                    <a:pt x="1" y="619"/>
                    <a:pt x="1" y="0"/>
                  </a:cubicBezTo>
                  <a:close/>
                </a:path>
              </a:pathLst>
            </a:custGeom>
            <a:solidFill>
              <a:srgbClr val="7C72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44"/>
            <p:cNvSpPr/>
            <p:nvPr/>
          </p:nvSpPr>
          <p:spPr>
            <a:xfrm flipH="1">
              <a:off x="6628522" y="2273426"/>
              <a:ext cx="211157" cy="836669"/>
            </a:xfrm>
            <a:custGeom>
              <a:rect b="b" l="l" r="r" t="t"/>
              <a:pathLst>
                <a:path extrusionOk="0" h="3364" w="849">
                  <a:moveTo>
                    <a:pt x="848" y="0"/>
                  </a:moveTo>
                  <a:cubicBezTo>
                    <a:pt x="848" y="365"/>
                    <a:pt x="509" y="687"/>
                    <a:pt x="1" y="898"/>
                  </a:cubicBezTo>
                  <a:cubicBezTo>
                    <a:pt x="18" y="1720"/>
                    <a:pt x="43" y="2542"/>
                    <a:pt x="69" y="3363"/>
                  </a:cubicBezTo>
                  <a:cubicBezTo>
                    <a:pt x="543" y="3135"/>
                    <a:pt x="848" y="2796"/>
                    <a:pt x="848" y="2415"/>
                  </a:cubicBezTo>
                  <a:lnTo>
                    <a:pt x="848" y="0"/>
                  </a:lnTo>
                  <a:close/>
                </a:path>
              </a:pathLst>
            </a:custGeom>
            <a:solidFill>
              <a:srgbClr val="7C72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44"/>
            <p:cNvSpPr/>
            <p:nvPr/>
          </p:nvSpPr>
          <p:spPr>
            <a:xfrm flipH="1">
              <a:off x="6628522" y="2273426"/>
              <a:ext cx="1066479" cy="906060"/>
            </a:xfrm>
            <a:custGeom>
              <a:rect b="b" l="l" r="r" t="t"/>
              <a:pathLst>
                <a:path extrusionOk="0" h="3643" w="4288">
                  <a:moveTo>
                    <a:pt x="1" y="0"/>
                  </a:moveTo>
                  <a:lnTo>
                    <a:pt x="1" y="2415"/>
                  </a:lnTo>
                  <a:cubicBezTo>
                    <a:pt x="1" y="3092"/>
                    <a:pt x="958" y="3643"/>
                    <a:pt x="2144" y="3643"/>
                  </a:cubicBezTo>
                  <a:cubicBezTo>
                    <a:pt x="3330" y="3643"/>
                    <a:pt x="4287" y="3092"/>
                    <a:pt x="4287" y="2415"/>
                  </a:cubicBezTo>
                  <a:lnTo>
                    <a:pt x="4287" y="0"/>
                  </a:lnTo>
                  <a:cubicBezTo>
                    <a:pt x="4287" y="619"/>
                    <a:pt x="3330" y="1127"/>
                    <a:pt x="2144" y="1127"/>
                  </a:cubicBezTo>
                  <a:cubicBezTo>
                    <a:pt x="958" y="1127"/>
                    <a:pt x="1" y="619"/>
                    <a:pt x="1" y="0"/>
                  </a:cubicBezTo>
                  <a:close/>
                </a:path>
              </a:pathLst>
            </a:custGeom>
            <a:solidFill>
              <a:srgbClr val="7C64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44"/>
            <p:cNvSpPr/>
            <p:nvPr/>
          </p:nvSpPr>
          <p:spPr>
            <a:xfrm flipH="1">
              <a:off x="6628522" y="2241839"/>
              <a:ext cx="1066479" cy="316114"/>
            </a:xfrm>
            <a:custGeom>
              <a:rect b="b" l="l" r="r" t="t"/>
              <a:pathLst>
                <a:path extrusionOk="0" h="1271" w="4288">
                  <a:moveTo>
                    <a:pt x="9" y="0"/>
                  </a:moveTo>
                  <a:cubicBezTo>
                    <a:pt x="1" y="43"/>
                    <a:pt x="1" y="94"/>
                    <a:pt x="1" y="136"/>
                  </a:cubicBezTo>
                  <a:cubicBezTo>
                    <a:pt x="1" y="763"/>
                    <a:pt x="958" y="1271"/>
                    <a:pt x="2144" y="1271"/>
                  </a:cubicBezTo>
                  <a:cubicBezTo>
                    <a:pt x="3330" y="1271"/>
                    <a:pt x="4287" y="763"/>
                    <a:pt x="4287" y="136"/>
                  </a:cubicBezTo>
                  <a:cubicBezTo>
                    <a:pt x="4287" y="94"/>
                    <a:pt x="4279" y="43"/>
                    <a:pt x="4270" y="0"/>
                  </a:cubicBezTo>
                  <a:cubicBezTo>
                    <a:pt x="4219" y="593"/>
                    <a:pt x="3279" y="1068"/>
                    <a:pt x="2144" y="1068"/>
                  </a:cubicBezTo>
                  <a:cubicBezTo>
                    <a:pt x="1000" y="1068"/>
                    <a:pt x="60" y="593"/>
                    <a:pt x="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44"/>
            <p:cNvSpPr/>
            <p:nvPr/>
          </p:nvSpPr>
          <p:spPr>
            <a:xfrm flipH="1">
              <a:off x="6660357" y="1925725"/>
              <a:ext cx="1005047" cy="529011"/>
            </a:xfrm>
            <a:custGeom>
              <a:rect b="b" l="l" r="r" t="t"/>
              <a:pathLst>
                <a:path extrusionOk="0" h="2127" w="4041">
                  <a:moveTo>
                    <a:pt x="2025" y="1"/>
                  </a:moveTo>
                  <a:cubicBezTo>
                    <a:pt x="1229" y="1"/>
                    <a:pt x="542" y="238"/>
                    <a:pt x="212" y="594"/>
                  </a:cubicBezTo>
                  <a:cubicBezTo>
                    <a:pt x="85" y="712"/>
                    <a:pt x="9" y="882"/>
                    <a:pt x="0" y="1068"/>
                  </a:cubicBezTo>
                  <a:cubicBezTo>
                    <a:pt x="0" y="1653"/>
                    <a:pt x="907" y="2127"/>
                    <a:pt x="2025" y="2127"/>
                  </a:cubicBezTo>
                  <a:cubicBezTo>
                    <a:pt x="3143" y="2127"/>
                    <a:pt x="4041" y="1653"/>
                    <a:pt x="4041" y="1068"/>
                  </a:cubicBezTo>
                  <a:cubicBezTo>
                    <a:pt x="4041" y="873"/>
                    <a:pt x="3948" y="687"/>
                    <a:pt x="3804" y="560"/>
                  </a:cubicBezTo>
                  <a:cubicBezTo>
                    <a:pt x="3804" y="560"/>
                    <a:pt x="3795" y="551"/>
                    <a:pt x="3795" y="551"/>
                  </a:cubicBezTo>
                  <a:cubicBezTo>
                    <a:pt x="3448" y="221"/>
                    <a:pt x="2787" y="1"/>
                    <a:pt x="2025" y="1"/>
                  </a:cubicBezTo>
                  <a:close/>
                </a:path>
              </a:pathLst>
            </a:custGeom>
            <a:solidFill>
              <a:srgbClr val="7C72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44"/>
            <p:cNvSpPr/>
            <p:nvPr/>
          </p:nvSpPr>
          <p:spPr>
            <a:xfrm flipH="1">
              <a:off x="6657236" y="1925725"/>
              <a:ext cx="1005047" cy="529011"/>
            </a:xfrm>
            <a:custGeom>
              <a:rect b="b" l="l" r="r" t="t"/>
              <a:pathLst>
                <a:path extrusionOk="0" h="2127" w="4041">
                  <a:moveTo>
                    <a:pt x="2025" y="1"/>
                  </a:moveTo>
                  <a:cubicBezTo>
                    <a:pt x="1229" y="1"/>
                    <a:pt x="542" y="238"/>
                    <a:pt x="212" y="594"/>
                  </a:cubicBezTo>
                  <a:cubicBezTo>
                    <a:pt x="85" y="712"/>
                    <a:pt x="9" y="882"/>
                    <a:pt x="0" y="1068"/>
                  </a:cubicBezTo>
                  <a:cubicBezTo>
                    <a:pt x="0" y="1653"/>
                    <a:pt x="907" y="2127"/>
                    <a:pt x="2025" y="2127"/>
                  </a:cubicBezTo>
                  <a:cubicBezTo>
                    <a:pt x="3143" y="2127"/>
                    <a:pt x="4041" y="1653"/>
                    <a:pt x="4041" y="1068"/>
                  </a:cubicBezTo>
                  <a:cubicBezTo>
                    <a:pt x="4041" y="873"/>
                    <a:pt x="3948" y="687"/>
                    <a:pt x="3804" y="560"/>
                  </a:cubicBezTo>
                  <a:cubicBezTo>
                    <a:pt x="3804" y="560"/>
                    <a:pt x="3795" y="551"/>
                    <a:pt x="3795" y="551"/>
                  </a:cubicBezTo>
                  <a:cubicBezTo>
                    <a:pt x="3448" y="221"/>
                    <a:pt x="2787" y="1"/>
                    <a:pt x="2025" y="1"/>
                  </a:cubicBezTo>
                  <a:close/>
                </a:path>
              </a:pathLst>
            </a:custGeom>
            <a:solidFill>
              <a:srgbClr val="7166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44"/>
            <p:cNvSpPr/>
            <p:nvPr/>
          </p:nvSpPr>
          <p:spPr>
            <a:xfrm flipH="1">
              <a:off x="7140373" y="2102063"/>
              <a:ext cx="556619" cy="815031"/>
            </a:xfrm>
            <a:custGeom>
              <a:rect b="b" l="l" r="r" t="t"/>
              <a:pathLst>
                <a:path extrusionOk="0" h="3277" w="2238">
                  <a:moveTo>
                    <a:pt x="363" y="0"/>
                  </a:moveTo>
                  <a:cubicBezTo>
                    <a:pt x="309" y="0"/>
                    <a:pt x="256" y="6"/>
                    <a:pt x="203" y="20"/>
                  </a:cubicBezTo>
                  <a:cubicBezTo>
                    <a:pt x="93" y="156"/>
                    <a:pt x="26" y="325"/>
                    <a:pt x="17" y="503"/>
                  </a:cubicBezTo>
                  <a:lnTo>
                    <a:pt x="17" y="554"/>
                  </a:lnTo>
                  <a:cubicBezTo>
                    <a:pt x="9" y="596"/>
                    <a:pt x="0" y="639"/>
                    <a:pt x="9" y="689"/>
                  </a:cubicBezTo>
                  <a:lnTo>
                    <a:pt x="9" y="3027"/>
                  </a:lnTo>
                  <a:cubicBezTo>
                    <a:pt x="134" y="3195"/>
                    <a:pt x="338" y="3276"/>
                    <a:pt x="564" y="3276"/>
                  </a:cubicBezTo>
                  <a:cubicBezTo>
                    <a:pt x="1285" y="3276"/>
                    <a:pt x="2237" y="2454"/>
                    <a:pt x="1618" y="1003"/>
                  </a:cubicBezTo>
                  <a:cubicBezTo>
                    <a:pt x="1442" y="581"/>
                    <a:pt x="877" y="0"/>
                    <a:pt x="363" y="0"/>
                  </a:cubicBezTo>
                  <a:close/>
                </a:path>
              </a:pathLst>
            </a:custGeom>
            <a:solidFill>
              <a:srgbClr val="000000">
                <a:alpha val="138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44"/>
            <p:cNvSpPr/>
            <p:nvPr/>
          </p:nvSpPr>
          <p:spPr>
            <a:xfrm flipH="1">
              <a:off x="6974233" y="1835194"/>
              <a:ext cx="375307" cy="398437"/>
            </a:xfrm>
            <a:custGeom>
              <a:rect b="b" l="l" r="r" t="t"/>
              <a:pathLst>
                <a:path extrusionOk="0" h="1602" w="1509">
                  <a:moveTo>
                    <a:pt x="1" y="0"/>
                  </a:moveTo>
                  <a:lnTo>
                    <a:pt x="1" y="941"/>
                  </a:lnTo>
                  <a:lnTo>
                    <a:pt x="1" y="1161"/>
                  </a:lnTo>
                  <a:cubicBezTo>
                    <a:pt x="9" y="1296"/>
                    <a:pt x="94" y="1415"/>
                    <a:pt x="221" y="1474"/>
                  </a:cubicBezTo>
                  <a:cubicBezTo>
                    <a:pt x="386" y="1559"/>
                    <a:pt x="568" y="1601"/>
                    <a:pt x="752" y="1601"/>
                  </a:cubicBezTo>
                  <a:cubicBezTo>
                    <a:pt x="935" y="1601"/>
                    <a:pt x="1119" y="1559"/>
                    <a:pt x="1288" y="1474"/>
                  </a:cubicBezTo>
                  <a:cubicBezTo>
                    <a:pt x="1407" y="1415"/>
                    <a:pt x="1492" y="1296"/>
                    <a:pt x="1509" y="1161"/>
                  </a:cubicBezTo>
                  <a:lnTo>
                    <a:pt x="1509" y="0"/>
                  </a:lnTo>
                  <a:cubicBezTo>
                    <a:pt x="1500" y="136"/>
                    <a:pt x="1407" y="255"/>
                    <a:pt x="1288" y="305"/>
                  </a:cubicBezTo>
                  <a:cubicBezTo>
                    <a:pt x="1119" y="390"/>
                    <a:pt x="935" y="432"/>
                    <a:pt x="752" y="432"/>
                  </a:cubicBezTo>
                  <a:cubicBezTo>
                    <a:pt x="568" y="432"/>
                    <a:pt x="386" y="390"/>
                    <a:pt x="221" y="305"/>
                  </a:cubicBezTo>
                  <a:cubicBezTo>
                    <a:pt x="94" y="255"/>
                    <a:pt x="9" y="136"/>
                    <a:pt x="1" y="0"/>
                  </a:cubicBezTo>
                  <a:close/>
                </a:path>
              </a:pathLst>
            </a:custGeom>
            <a:solidFill>
              <a:srgbClr val="BFB3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44"/>
            <p:cNvSpPr/>
            <p:nvPr/>
          </p:nvSpPr>
          <p:spPr>
            <a:xfrm flipH="1">
              <a:off x="6710846" y="1117408"/>
              <a:ext cx="922972" cy="914018"/>
            </a:xfrm>
            <a:custGeom>
              <a:rect b="b" l="l" r="r" t="t"/>
              <a:pathLst>
                <a:path extrusionOk="0" h="3675" w="3711">
                  <a:moveTo>
                    <a:pt x="2315" y="1"/>
                  </a:moveTo>
                  <a:cubicBezTo>
                    <a:pt x="2199" y="1"/>
                    <a:pt x="2070" y="39"/>
                    <a:pt x="1923" y="125"/>
                  </a:cubicBezTo>
                  <a:lnTo>
                    <a:pt x="966" y="675"/>
                  </a:lnTo>
                  <a:cubicBezTo>
                    <a:pt x="407" y="1040"/>
                    <a:pt x="51" y="1650"/>
                    <a:pt x="17" y="2319"/>
                  </a:cubicBezTo>
                  <a:lnTo>
                    <a:pt x="17" y="2420"/>
                  </a:lnTo>
                  <a:cubicBezTo>
                    <a:pt x="0" y="2632"/>
                    <a:pt x="85" y="2844"/>
                    <a:pt x="237" y="2997"/>
                  </a:cubicBezTo>
                  <a:lnTo>
                    <a:pt x="1373" y="3674"/>
                  </a:lnTo>
                  <a:lnTo>
                    <a:pt x="1373" y="3674"/>
                  </a:lnTo>
                  <a:lnTo>
                    <a:pt x="1296" y="3412"/>
                  </a:lnTo>
                  <a:lnTo>
                    <a:pt x="1271" y="2793"/>
                  </a:lnTo>
                  <a:lnTo>
                    <a:pt x="1923" y="2420"/>
                  </a:lnTo>
                  <a:cubicBezTo>
                    <a:pt x="2389" y="2116"/>
                    <a:pt x="2720" y="1624"/>
                    <a:pt x="2838" y="1074"/>
                  </a:cubicBezTo>
                  <a:lnTo>
                    <a:pt x="3711" y="726"/>
                  </a:lnTo>
                  <a:lnTo>
                    <a:pt x="2533" y="49"/>
                  </a:lnTo>
                  <a:cubicBezTo>
                    <a:pt x="2465" y="18"/>
                    <a:pt x="2393" y="1"/>
                    <a:pt x="2315" y="1"/>
                  </a:cubicBezTo>
                  <a:close/>
                </a:path>
              </a:pathLst>
            </a:custGeom>
            <a:solidFill>
              <a:srgbClr val="7C72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44"/>
            <p:cNvSpPr/>
            <p:nvPr/>
          </p:nvSpPr>
          <p:spPr>
            <a:xfrm flipH="1">
              <a:off x="6710846" y="1117408"/>
              <a:ext cx="922972" cy="914018"/>
            </a:xfrm>
            <a:custGeom>
              <a:rect b="b" l="l" r="r" t="t"/>
              <a:pathLst>
                <a:path extrusionOk="0" h="3675" w="3711">
                  <a:moveTo>
                    <a:pt x="2315" y="1"/>
                  </a:moveTo>
                  <a:cubicBezTo>
                    <a:pt x="2199" y="1"/>
                    <a:pt x="2070" y="39"/>
                    <a:pt x="1923" y="125"/>
                  </a:cubicBezTo>
                  <a:lnTo>
                    <a:pt x="966" y="675"/>
                  </a:lnTo>
                  <a:cubicBezTo>
                    <a:pt x="407" y="1040"/>
                    <a:pt x="51" y="1650"/>
                    <a:pt x="17" y="2319"/>
                  </a:cubicBezTo>
                  <a:lnTo>
                    <a:pt x="17" y="2420"/>
                  </a:lnTo>
                  <a:cubicBezTo>
                    <a:pt x="0" y="2632"/>
                    <a:pt x="85" y="2844"/>
                    <a:pt x="237" y="2997"/>
                  </a:cubicBezTo>
                  <a:lnTo>
                    <a:pt x="1373" y="3674"/>
                  </a:lnTo>
                  <a:lnTo>
                    <a:pt x="1373" y="3674"/>
                  </a:lnTo>
                  <a:lnTo>
                    <a:pt x="1296" y="3412"/>
                  </a:lnTo>
                  <a:lnTo>
                    <a:pt x="1271" y="2793"/>
                  </a:lnTo>
                  <a:lnTo>
                    <a:pt x="1923" y="2420"/>
                  </a:lnTo>
                  <a:cubicBezTo>
                    <a:pt x="2389" y="2116"/>
                    <a:pt x="2720" y="1624"/>
                    <a:pt x="2838" y="1074"/>
                  </a:cubicBezTo>
                  <a:lnTo>
                    <a:pt x="3711" y="726"/>
                  </a:lnTo>
                  <a:lnTo>
                    <a:pt x="2533" y="49"/>
                  </a:lnTo>
                  <a:cubicBezTo>
                    <a:pt x="2465" y="18"/>
                    <a:pt x="2393" y="1"/>
                    <a:pt x="2315" y="1"/>
                  </a:cubicBezTo>
                  <a:close/>
                </a:path>
              </a:pathLst>
            </a:custGeom>
            <a:solidFill>
              <a:srgbClr val="7C64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44"/>
            <p:cNvSpPr/>
            <p:nvPr/>
          </p:nvSpPr>
          <p:spPr>
            <a:xfrm flipH="1">
              <a:off x="6649663" y="1275838"/>
              <a:ext cx="710323" cy="771257"/>
            </a:xfrm>
            <a:custGeom>
              <a:rect b="b" l="l" r="r" t="t"/>
              <a:pathLst>
                <a:path extrusionOk="0" h="3101" w="2856">
                  <a:moveTo>
                    <a:pt x="2332" y="1"/>
                  </a:moveTo>
                  <a:cubicBezTo>
                    <a:pt x="2204" y="1"/>
                    <a:pt x="2060" y="43"/>
                    <a:pt x="1907" y="132"/>
                  </a:cubicBezTo>
                  <a:lnTo>
                    <a:pt x="958" y="682"/>
                  </a:lnTo>
                  <a:cubicBezTo>
                    <a:pt x="390" y="1046"/>
                    <a:pt x="43" y="1656"/>
                    <a:pt x="1" y="2326"/>
                  </a:cubicBezTo>
                  <a:lnTo>
                    <a:pt x="1" y="2427"/>
                  </a:lnTo>
                  <a:cubicBezTo>
                    <a:pt x="1" y="2853"/>
                    <a:pt x="217" y="3101"/>
                    <a:pt x="530" y="3101"/>
                  </a:cubicBezTo>
                  <a:cubicBezTo>
                    <a:pt x="659" y="3101"/>
                    <a:pt x="804" y="3058"/>
                    <a:pt x="958" y="2969"/>
                  </a:cubicBezTo>
                  <a:lnTo>
                    <a:pt x="1907" y="2427"/>
                  </a:lnTo>
                  <a:cubicBezTo>
                    <a:pt x="2466" y="2063"/>
                    <a:pt x="2821" y="1445"/>
                    <a:pt x="2855" y="775"/>
                  </a:cubicBezTo>
                  <a:lnTo>
                    <a:pt x="2855" y="682"/>
                  </a:lnTo>
                  <a:cubicBezTo>
                    <a:pt x="2855" y="250"/>
                    <a:pt x="2643" y="1"/>
                    <a:pt x="2332" y="1"/>
                  </a:cubicBezTo>
                  <a:close/>
                </a:path>
              </a:pathLst>
            </a:custGeom>
            <a:solidFill>
              <a:srgbClr val="7C64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44"/>
            <p:cNvSpPr/>
            <p:nvPr/>
          </p:nvSpPr>
          <p:spPr>
            <a:xfrm flipH="1">
              <a:off x="6696172" y="1338016"/>
              <a:ext cx="615315" cy="649886"/>
            </a:xfrm>
            <a:custGeom>
              <a:rect b="b" l="l" r="r" t="t"/>
              <a:pathLst>
                <a:path extrusionOk="0" h="2613" w="2474">
                  <a:moveTo>
                    <a:pt x="2051" y="1"/>
                  </a:moveTo>
                  <a:cubicBezTo>
                    <a:pt x="1949" y="1"/>
                    <a:pt x="1834" y="33"/>
                    <a:pt x="1712" y="102"/>
                  </a:cubicBezTo>
                  <a:lnTo>
                    <a:pt x="763" y="652"/>
                  </a:lnTo>
                  <a:cubicBezTo>
                    <a:pt x="314" y="949"/>
                    <a:pt x="34" y="1440"/>
                    <a:pt x="0" y="1974"/>
                  </a:cubicBezTo>
                  <a:lnTo>
                    <a:pt x="0" y="2067"/>
                  </a:lnTo>
                  <a:cubicBezTo>
                    <a:pt x="0" y="2410"/>
                    <a:pt x="171" y="2612"/>
                    <a:pt x="422" y="2612"/>
                  </a:cubicBezTo>
                  <a:cubicBezTo>
                    <a:pt x="525" y="2612"/>
                    <a:pt x="640" y="2579"/>
                    <a:pt x="763" y="2508"/>
                  </a:cubicBezTo>
                  <a:lnTo>
                    <a:pt x="1712" y="1957"/>
                  </a:lnTo>
                  <a:cubicBezTo>
                    <a:pt x="2161" y="1669"/>
                    <a:pt x="2440" y="1178"/>
                    <a:pt x="2474" y="644"/>
                  </a:cubicBezTo>
                  <a:lnTo>
                    <a:pt x="2474" y="542"/>
                  </a:lnTo>
                  <a:cubicBezTo>
                    <a:pt x="2474" y="199"/>
                    <a:pt x="2302" y="1"/>
                    <a:pt x="2051" y="1"/>
                  </a:cubicBezTo>
                  <a:close/>
                </a:path>
              </a:pathLst>
            </a:custGeom>
            <a:solidFill>
              <a:srgbClr val="7C72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44"/>
            <p:cNvSpPr/>
            <p:nvPr/>
          </p:nvSpPr>
          <p:spPr>
            <a:xfrm flipH="1">
              <a:off x="6696172" y="1338016"/>
              <a:ext cx="615315" cy="649886"/>
            </a:xfrm>
            <a:custGeom>
              <a:rect b="b" l="l" r="r" t="t"/>
              <a:pathLst>
                <a:path extrusionOk="0" h="2613" w="2474">
                  <a:moveTo>
                    <a:pt x="2051" y="1"/>
                  </a:moveTo>
                  <a:cubicBezTo>
                    <a:pt x="1949" y="1"/>
                    <a:pt x="1834" y="33"/>
                    <a:pt x="1712" y="102"/>
                  </a:cubicBezTo>
                  <a:lnTo>
                    <a:pt x="763" y="652"/>
                  </a:lnTo>
                  <a:cubicBezTo>
                    <a:pt x="314" y="949"/>
                    <a:pt x="34" y="1440"/>
                    <a:pt x="0" y="1974"/>
                  </a:cubicBezTo>
                  <a:lnTo>
                    <a:pt x="0" y="2067"/>
                  </a:lnTo>
                  <a:cubicBezTo>
                    <a:pt x="0" y="2410"/>
                    <a:pt x="171" y="2612"/>
                    <a:pt x="422" y="2612"/>
                  </a:cubicBezTo>
                  <a:cubicBezTo>
                    <a:pt x="525" y="2612"/>
                    <a:pt x="640" y="2579"/>
                    <a:pt x="763" y="2508"/>
                  </a:cubicBezTo>
                  <a:lnTo>
                    <a:pt x="1712" y="1957"/>
                  </a:lnTo>
                  <a:cubicBezTo>
                    <a:pt x="2161" y="1669"/>
                    <a:pt x="2440" y="1178"/>
                    <a:pt x="2474" y="644"/>
                  </a:cubicBezTo>
                  <a:lnTo>
                    <a:pt x="2474" y="542"/>
                  </a:lnTo>
                  <a:cubicBezTo>
                    <a:pt x="2474" y="199"/>
                    <a:pt x="2302" y="1"/>
                    <a:pt x="205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44"/>
            <p:cNvSpPr/>
            <p:nvPr/>
          </p:nvSpPr>
          <p:spPr>
            <a:xfrm flipH="1">
              <a:off x="6696172" y="1464363"/>
              <a:ext cx="615315" cy="373069"/>
            </a:xfrm>
            <a:custGeom>
              <a:rect b="b" l="l" r="r" t="t"/>
              <a:pathLst>
                <a:path extrusionOk="0" h="1500" w="2474">
                  <a:moveTo>
                    <a:pt x="2474" y="0"/>
                  </a:moveTo>
                  <a:lnTo>
                    <a:pt x="1720" y="433"/>
                  </a:lnTo>
                  <a:lnTo>
                    <a:pt x="1517" y="873"/>
                  </a:lnTo>
                  <a:lnTo>
                    <a:pt x="1347" y="246"/>
                  </a:lnTo>
                  <a:lnTo>
                    <a:pt x="1017" y="839"/>
                  </a:lnTo>
                  <a:lnTo>
                    <a:pt x="0" y="1424"/>
                  </a:lnTo>
                  <a:lnTo>
                    <a:pt x="0" y="1500"/>
                  </a:lnTo>
                  <a:lnTo>
                    <a:pt x="1051" y="898"/>
                  </a:lnTo>
                  <a:lnTo>
                    <a:pt x="1313" y="416"/>
                  </a:lnTo>
                  <a:lnTo>
                    <a:pt x="1483" y="1051"/>
                  </a:lnTo>
                  <a:lnTo>
                    <a:pt x="1745" y="492"/>
                  </a:lnTo>
                  <a:lnTo>
                    <a:pt x="2474" y="77"/>
                  </a:lnTo>
                  <a:lnTo>
                    <a:pt x="2474" y="0"/>
                  </a:lnTo>
                  <a:close/>
                </a:path>
              </a:pathLst>
            </a:custGeom>
            <a:solidFill>
              <a:srgbClr val="EAD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44"/>
            <p:cNvSpPr/>
            <p:nvPr/>
          </p:nvSpPr>
          <p:spPr>
            <a:xfrm flipH="1">
              <a:off x="7294326" y="2120467"/>
              <a:ext cx="522794" cy="648393"/>
            </a:xfrm>
            <a:custGeom>
              <a:rect b="b" l="l" r="r" t="t"/>
              <a:pathLst>
                <a:path extrusionOk="0" h="2607" w="2102">
                  <a:moveTo>
                    <a:pt x="778" y="0"/>
                  </a:moveTo>
                  <a:cubicBezTo>
                    <a:pt x="688" y="0"/>
                    <a:pt x="605" y="22"/>
                    <a:pt x="534" y="65"/>
                  </a:cubicBezTo>
                  <a:lnTo>
                    <a:pt x="0" y="353"/>
                  </a:lnTo>
                  <a:cubicBezTo>
                    <a:pt x="73" y="329"/>
                    <a:pt x="149" y="316"/>
                    <a:pt x="225" y="316"/>
                  </a:cubicBezTo>
                  <a:cubicBezTo>
                    <a:pt x="361" y="316"/>
                    <a:pt x="496" y="356"/>
                    <a:pt x="610" y="438"/>
                  </a:cubicBezTo>
                  <a:cubicBezTo>
                    <a:pt x="1152" y="793"/>
                    <a:pt x="1491" y="1378"/>
                    <a:pt x="1525" y="2022"/>
                  </a:cubicBezTo>
                  <a:cubicBezTo>
                    <a:pt x="1525" y="2310"/>
                    <a:pt x="1432" y="2513"/>
                    <a:pt x="1271" y="2606"/>
                  </a:cubicBezTo>
                  <a:lnTo>
                    <a:pt x="1720" y="2369"/>
                  </a:lnTo>
                  <a:cubicBezTo>
                    <a:pt x="1695" y="2344"/>
                    <a:pt x="1678" y="2318"/>
                    <a:pt x="1669" y="2284"/>
                  </a:cubicBezTo>
                  <a:cubicBezTo>
                    <a:pt x="1596" y="2004"/>
                    <a:pt x="1737" y="1904"/>
                    <a:pt x="1857" y="1904"/>
                  </a:cubicBezTo>
                  <a:cubicBezTo>
                    <a:pt x="1904" y="1904"/>
                    <a:pt x="1948" y="1919"/>
                    <a:pt x="1974" y="1945"/>
                  </a:cubicBezTo>
                  <a:cubicBezTo>
                    <a:pt x="1999" y="1971"/>
                    <a:pt x="2025" y="2005"/>
                    <a:pt x="2050" y="2039"/>
                  </a:cubicBezTo>
                  <a:cubicBezTo>
                    <a:pt x="2084" y="1937"/>
                    <a:pt x="2101" y="1827"/>
                    <a:pt x="2101" y="1717"/>
                  </a:cubicBezTo>
                  <a:cubicBezTo>
                    <a:pt x="2067" y="1073"/>
                    <a:pt x="1728" y="480"/>
                    <a:pt x="1186" y="124"/>
                  </a:cubicBezTo>
                  <a:cubicBezTo>
                    <a:pt x="1039" y="41"/>
                    <a:pt x="901" y="0"/>
                    <a:pt x="7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44"/>
            <p:cNvSpPr/>
            <p:nvPr/>
          </p:nvSpPr>
          <p:spPr>
            <a:xfrm flipH="1">
              <a:off x="7521898" y="2123701"/>
              <a:ext cx="210908" cy="109931"/>
            </a:xfrm>
            <a:custGeom>
              <a:rect b="b" l="l" r="r" t="t"/>
              <a:pathLst>
                <a:path extrusionOk="0" h="442" w="848">
                  <a:moveTo>
                    <a:pt x="542" y="1"/>
                  </a:moveTo>
                  <a:cubicBezTo>
                    <a:pt x="364" y="103"/>
                    <a:pt x="186" y="213"/>
                    <a:pt x="0" y="323"/>
                  </a:cubicBezTo>
                  <a:cubicBezTo>
                    <a:pt x="102" y="340"/>
                    <a:pt x="186" y="374"/>
                    <a:pt x="271" y="425"/>
                  </a:cubicBezTo>
                  <a:lnTo>
                    <a:pt x="297" y="441"/>
                  </a:lnTo>
                  <a:lnTo>
                    <a:pt x="847" y="111"/>
                  </a:lnTo>
                  <a:cubicBezTo>
                    <a:pt x="754" y="60"/>
                    <a:pt x="652" y="18"/>
                    <a:pt x="5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44"/>
            <p:cNvSpPr/>
            <p:nvPr/>
          </p:nvSpPr>
          <p:spPr>
            <a:xfrm flipH="1">
              <a:off x="7294326" y="2482096"/>
              <a:ext cx="206929" cy="286766"/>
            </a:xfrm>
            <a:custGeom>
              <a:rect b="b" l="l" r="r" t="t"/>
              <a:pathLst>
                <a:path extrusionOk="0" h="1153" w="832">
                  <a:moveTo>
                    <a:pt x="806" y="0"/>
                  </a:moveTo>
                  <a:cubicBezTo>
                    <a:pt x="619" y="110"/>
                    <a:pt x="425" y="220"/>
                    <a:pt x="230" y="322"/>
                  </a:cubicBezTo>
                  <a:cubicBezTo>
                    <a:pt x="247" y="407"/>
                    <a:pt x="255" y="491"/>
                    <a:pt x="255" y="568"/>
                  </a:cubicBezTo>
                  <a:cubicBezTo>
                    <a:pt x="255" y="856"/>
                    <a:pt x="162" y="1059"/>
                    <a:pt x="1" y="1152"/>
                  </a:cubicBezTo>
                  <a:lnTo>
                    <a:pt x="450" y="915"/>
                  </a:lnTo>
                  <a:cubicBezTo>
                    <a:pt x="425" y="890"/>
                    <a:pt x="408" y="864"/>
                    <a:pt x="399" y="830"/>
                  </a:cubicBezTo>
                  <a:cubicBezTo>
                    <a:pt x="326" y="550"/>
                    <a:pt x="467" y="450"/>
                    <a:pt x="587" y="450"/>
                  </a:cubicBezTo>
                  <a:cubicBezTo>
                    <a:pt x="634" y="450"/>
                    <a:pt x="678" y="465"/>
                    <a:pt x="704" y="491"/>
                  </a:cubicBezTo>
                  <a:cubicBezTo>
                    <a:pt x="729" y="517"/>
                    <a:pt x="755" y="551"/>
                    <a:pt x="780" y="585"/>
                  </a:cubicBezTo>
                  <a:cubicBezTo>
                    <a:pt x="814" y="483"/>
                    <a:pt x="831" y="373"/>
                    <a:pt x="831" y="263"/>
                  </a:cubicBezTo>
                  <a:cubicBezTo>
                    <a:pt x="831" y="169"/>
                    <a:pt x="823" y="85"/>
                    <a:pt x="8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44"/>
            <p:cNvSpPr/>
            <p:nvPr/>
          </p:nvSpPr>
          <p:spPr>
            <a:xfrm flipH="1">
              <a:off x="6847209" y="2530347"/>
              <a:ext cx="574526" cy="513343"/>
            </a:xfrm>
            <a:custGeom>
              <a:rect b="b" l="l" r="r" t="t"/>
              <a:pathLst>
                <a:path extrusionOk="0" h="2064" w="2310">
                  <a:moveTo>
                    <a:pt x="1894" y="1"/>
                  </a:moveTo>
                  <a:cubicBezTo>
                    <a:pt x="1390" y="1033"/>
                    <a:pt x="1158" y="1432"/>
                    <a:pt x="996" y="1432"/>
                  </a:cubicBezTo>
                  <a:cubicBezTo>
                    <a:pt x="930" y="1432"/>
                    <a:pt x="875" y="1365"/>
                    <a:pt x="819" y="1246"/>
                  </a:cubicBezTo>
                  <a:cubicBezTo>
                    <a:pt x="632" y="848"/>
                    <a:pt x="429" y="314"/>
                    <a:pt x="395" y="280"/>
                  </a:cubicBezTo>
                  <a:cubicBezTo>
                    <a:pt x="373" y="256"/>
                    <a:pt x="332" y="242"/>
                    <a:pt x="287" y="242"/>
                  </a:cubicBezTo>
                  <a:cubicBezTo>
                    <a:pt x="162" y="242"/>
                    <a:pt x="1" y="350"/>
                    <a:pt x="82" y="636"/>
                  </a:cubicBezTo>
                  <a:cubicBezTo>
                    <a:pt x="90" y="662"/>
                    <a:pt x="276" y="1094"/>
                    <a:pt x="412" y="1424"/>
                  </a:cubicBezTo>
                  <a:cubicBezTo>
                    <a:pt x="596" y="1861"/>
                    <a:pt x="786" y="2064"/>
                    <a:pt x="991" y="2064"/>
                  </a:cubicBezTo>
                  <a:cubicBezTo>
                    <a:pt x="1363" y="2064"/>
                    <a:pt x="1785" y="1396"/>
                    <a:pt x="2309" y="238"/>
                  </a:cubicBezTo>
                  <a:lnTo>
                    <a:pt x="1894" y="1"/>
                  </a:lnTo>
                  <a:close/>
                </a:path>
              </a:pathLst>
            </a:custGeom>
            <a:solidFill>
              <a:srgbClr val="BFB3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44"/>
            <p:cNvSpPr/>
            <p:nvPr/>
          </p:nvSpPr>
          <p:spPr>
            <a:xfrm flipH="1">
              <a:off x="7437584" y="2198066"/>
              <a:ext cx="455393" cy="587459"/>
            </a:xfrm>
            <a:custGeom>
              <a:rect b="b" l="l" r="r" t="t"/>
              <a:pathLst>
                <a:path extrusionOk="0" h="2362" w="1831">
                  <a:moveTo>
                    <a:pt x="667" y="421"/>
                  </a:moveTo>
                  <a:cubicBezTo>
                    <a:pt x="752" y="421"/>
                    <a:pt x="835" y="447"/>
                    <a:pt x="907" y="498"/>
                  </a:cubicBezTo>
                  <a:cubicBezTo>
                    <a:pt x="1254" y="718"/>
                    <a:pt x="1466" y="1100"/>
                    <a:pt x="1491" y="1506"/>
                  </a:cubicBezTo>
                  <a:cubicBezTo>
                    <a:pt x="1500" y="1642"/>
                    <a:pt x="1449" y="1777"/>
                    <a:pt x="1339" y="1871"/>
                  </a:cubicBezTo>
                  <a:lnTo>
                    <a:pt x="1186" y="1972"/>
                  </a:lnTo>
                  <a:lnTo>
                    <a:pt x="1178" y="1972"/>
                  </a:lnTo>
                  <a:cubicBezTo>
                    <a:pt x="1119" y="2002"/>
                    <a:pt x="1055" y="2017"/>
                    <a:pt x="992" y="2017"/>
                  </a:cubicBezTo>
                  <a:cubicBezTo>
                    <a:pt x="909" y="2017"/>
                    <a:pt x="826" y="1991"/>
                    <a:pt x="754" y="1938"/>
                  </a:cubicBezTo>
                  <a:cubicBezTo>
                    <a:pt x="627" y="1854"/>
                    <a:pt x="517" y="1752"/>
                    <a:pt x="424" y="1625"/>
                  </a:cubicBezTo>
                  <a:cubicBezTo>
                    <a:pt x="424" y="1616"/>
                    <a:pt x="415" y="1616"/>
                    <a:pt x="415" y="1608"/>
                  </a:cubicBezTo>
                  <a:lnTo>
                    <a:pt x="390" y="1566"/>
                  </a:lnTo>
                  <a:cubicBezTo>
                    <a:pt x="382" y="1557"/>
                    <a:pt x="373" y="1540"/>
                    <a:pt x="365" y="1523"/>
                  </a:cubicBezTo>
                  <a:cubicBezTo>
                    <a:pt x="246" y="1345"/>
                    <a:pt x="178" y="1142"/>
                    <a:pt x="178" y="930"/>
                  </a:cubicBezTo>
                  <a:cubicBezTo>
                    <a:pt x="161" y="786"/>
                    <a:pt x="221" y="642"/>
                    <a:pt x="339" y="558"/>
                  </a:cubicBezTo>
                  <a:lnTo>
                    <a:pt x="500" y="456"/>
                  </a:lnTo>
                  <a:cubicBezTo>
                    <a:pt x="554" y="432"/>
                    <a:pt x="611" y="421"/>
                    <a:pt x="667" y="421"/>
                  </a:cubicBezTo>
                  <a:close/>
                  <a:moveTo>
                    <a:pt x="529" y="0"/>
                  </a:moveTo>
                  <a:cubicBezTo>
                    <a:pt x="453" y="0"/>
                    <a:pt x="378" y="14"/>
                    <a:pt x="305" y="41"/>
                  </a:cubicBezTo>
                  <a:cubicBezTo>
                    <a:pt x="288" y="49"/>
                    <a:pt x="271" y="58"/>
                    <a:pt x="254" y="66"/>
                  </a:cubicBezTo>
                  <a:cubicBezTo>
                    <a:pt x="93" y="168"/>
                    <a:pt x="0" y="371"/>
                    <a:pt x="0" y="651"/>
                  </a:cubicBezTo>
                  <a:cubicBezTo>
                    <a:pt x="34" y="1295"/>
                    <a:pt x="373" y="1887"/>
                    <a:pt x="915" y="2235"/>
                  </a:cubicBezTo>
                  <a:cubicBezTo>
                    <a:pt x="1064" y="2321"/>
                    <a:pt x="1202" y="2361"/>
                    <a:pt x="1325" y="2361"/>
                  </a:cubicBezTo>
                  <a:cubicBezTo>
                    <a:pt x="1418" y="2361"/>
                    <a:pt x="1503" y="2338"/>
                    <a:pt x="1576" y="2294"/>
                  </a:cubicBezTo>
                  <a:cubicBezTo>
                    <a:pt x="1728" y="2192"/>
                    <a:pt x="1830" y="1989"/>
                    <a:pt x="1830" y="1710"/>
                  </a:cubicBezTo>
                  <a:cubicBezTo>
                    <a:pt x="1796" y="1066"/>
                    <a:pt x="1457" y="473"/>
                    <a:pt x="915" y="126"/>
                  </a:cubicBezTo>
                  <a:cubicBezTo>
                    <a:pt x="801" y="44"/>
                    <a:pt x="665" y="0"/>
                    <a:pt x="529" y="0"/>
                  </a:cubicBezTo>
                  <a:close/>
                </a:path>
              </a:pathLst>
            </a:custGeom>
            <a:solidFill>
              <a:srgbClr val="BFB3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44"/>
            <p:cNvSpPr/>
            <p:nvPr/>
          </p:nvSpPr>
          <p:spPr>
            <a:xfrm flipH="1">
              <a:off x="7637798" y="2414944"/>
              <a:ext cx="192006" cy="248215"/>
            </a:xfrm>
            <a:custGeom>
              <a:rect b="b" l="l" r="r" t="t"/>
              <a:pathLst>
                <a:path extrusionOk="0" h="998" w="772">
                  <a:moveTo>
                    <a:pt x="215" y="0"/>
                  </a:moveTo>
                  <a:cubicBezTo>
                    <a:pt x="88" y="0"/>
                    <a:pt x="0" y="102"/>
                    <a:pt x="0" y="279"/>
                  </a:cubicBezTo>
                  <a:cubicBezTo>
                    <a:pt x="0" y="414"/>
                    <a:pt x="43" y="541"/>
                    <a:pt x="111" y="660"/>
                  </a:cubicBezTo>
                  <a:cubicBezTo>
                    <a:pt x="119" y="668"/>
                    <a:pt x="128" y="685"/>
                    <a:pt x="136" y="702"/>
                  </a:cubicBezTo>
                  <a:lnTo>
                    <a:pt x="161" y="736"/>
                  </a:lnTo>
                  <a:cubicBezTo>
                    <a:pt x="170" y="744"/>
                    <a:pt x="170" y="753"/>
                    <a:pt x="178" y="753"/>
                  </a:cubicBezTo>
                  <a:cubicBezTo>
                    <a:pt x="238" y="829"/>
                    <a:pt x="305" y="897"/>
                    <a:pt x="382" y="948"/>
                  </a:cubicBezTo>
                  <a:cubicBezTo>
                    <a:pt x="444" y="981"/>
                    <a:pt x="502" y="997"/>
                    <a:pt x="554" y="997"/>
                  </a:cubicBezTo>
                  <a:cubicBezTo>
                    <a:pt x="684" y="997"/>
                    <a:pt x="771" y="895"/>
                    <a:pt x="771" y="719"/>
                  </a:cubicBezTo>
                  <a:cubicBezTo>
                    <a:pt x="754" y="448"/>
                    <a:pt x="610" y="202"/>
                    <a:pt x="382" y="50"/>
                  </a:cubicBezTo>
                  <a:cubicBezTo>
                    <a:pt x="322" y="16"/>
                    <a:pt x="265" y="0"/>
                    <a:pt x="2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44"/>
            <p:cNvSpPr/>
            <p:nvPr/>
          </p:nvSpPr>
          <p:spPr>
            <a:xfrm flipH="1">
              <a:off x="7734795" y="2444541"/>
              <a:ext cx="88790" cy="129331"/>
            </a:xfrm>
            <a:custGeom>
              <a:rect b="b" l="l" r="r" t="t"/>
              <a:pathLst>
                <a:path extrusionOk="0" h="520" w="357">
                  <a:moveTo>
                    <a:pt x="115" y="0"/>
                  </a:moveTo>
                  <a:cubicBezTo>
                    <a:pt x="62" y="0"/>
                    <a:pt x="20" y="41"/>
                    <a:pt x="9" y="117"/>
                  </a:cubicBezTo>
                  <a:cubicBezTo>
                    <a:pt x="1" y="185"/>
                    <a:pt x="9" y="253"/>
                    <a:pt x="26" y="312"/>
                  </a:cubicBezTo>
                  <a:cubicBezTo>
                    <a:pt x="43" y="320"/>
                    <a:pt x="43" y="329"/>
                    <a:pt x="43" y="337"/>
                  </a:cubicBezTo>
                  <a:lnTo>
                    <a:pt x="52" y="354"/>
                  </a:lnTo>
                  <a:lnTo>
                    <a:pt x="52" y="363"/>
                  </a:lnTo>
                  <a:cubicBezTo>
                    <a:pt x="69" y="405"/>
                    <a:pt x="103" y="448"/>
                    <a:pt x="136" y="473"/>
                  </a:cubicBezTo>
                  <a:cubicBezTo>
                    <a:pt x="171" y="504"/>
                    <a:pt x="205" y="520"/>
                    <a:pt x="234" y="520"/>
                  </a:cubicBezTo>
                  <a:cubicBezTo>
                    <a:pt x="284" y="520"/>
                    <a:pt x="324" y="477"/>
                    <a:pt x="340" y="397"/>
                  </a:cubicBezTo>
                  <a:cubicBezTo>
                    <a:pt x="357" y="270"/>
                    <a:pt x="314" y="134"/>
                    <a:pt x="213" y="41"/>
                  </a:cubicBezTo>
                  <a:cubicBezTo>
                    <a:pt x="179" y="13"/>
                    <a:pt x="145" y="0"/>
                    <a:pt x="1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44"/>
            <p:cNvSpPr/>
            <p:nvPr/>
          </p:nvSpPr>
          <p:spPr>
            <a:xfrm flipH="1">
              <a:off x="7517669" y="2301033"/>
              <a:ext cx="293232" cy="385504"/>
            </a:xfrm>
            <a:custGeom>
              <a:rect b="b" l="l" r="r" t="t"/>
              <a:pathLst>
                <a:path extrusionOk="0" h="1550" w="1179">
                  <a:moveTo>
                    <a:pt x="344" y="1"/>
                  </a:moveTo>
                  <a:cubicBezTo>
                    <a:pt x="285" y="1"/>
                    <a:pt x="225" y="14"/>
                    <a:pt x="170" y="42"/>
                  </a:cubicBezTo>
                  <a:lnTo>
                    <a:pt x="1" y="144"/>
                  </a:lnTo>
                  <a:cubicBezTo>
                    <a:pt x="62" y="111"/>
                    <a:pt x="126" y="96"/>
                    <a:pt x="189" y="96"/>
                  </a:cubicBezTo>
                  <a:cubicBezTo>
                    <a:pt x="274" y="96"/>
                    <a:pt x="356" y="124"/>
                    <a:pt x="424" y="177"/>
                  </a:cubicBezTo>
                  <a:cubicBezTo>
                    <a:pt x="772" y="398"/>
                    <a:pt x="992" y="779"/>
                    <a:pt x="1009" y="1185"/>
                  </a:cubicBezTo>
                  <a:cubicBezTo>
                    <a:pt x="1026" y="1329"/>
                    <a:pt x="966" y="1465"/>
                    <a:pt x="856" y="1550"/>
                  </a:cubicBezTo>
                  <a:lnTo>
                    <a:pt x="1009" y="1457"/>
                  </a:lnTo>
                  <a:cubicBezTo>
                    <a:pt x="1119" y="1372"/>
                    <a:pt x="1178" y="1236"/>
                    <a:pt x="1170" y="1092"/>
                  </a:cubicBezTo>
                  <a:cubicBezTo>
                    <a:pt x="1144" y="686"/>
                    <a:pt x="933" y="313"/>
                    <a:pt x="585" y="84"/>
                  </a:cubicBezTo>
                  <a:cubicBezTo>
                    <a:pt x="515" y="29"/>
                    <a:pt x="430" y="1"/>
                    <a:pt x="344" y="1"/>
                  </a:cubicBezTo>
                  <a:close/>
                </a:path>
              </a:pathLst>
            </a:custGeom>
            <a:solidFill>
              <a:srgbClr val="D1C9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44"/>
            <p:cNvSpPr/>
            <p:nvPr/>
          </p:nvSpPr>
          <p:spPr>
            <a:xfrm flipH="1">
              <a:off x="7555722" y="2326402"/>
              <a:ext cx="297211" cy="373317"/>
            </a:xfrm>
            <a:custGeom>
              <a:rect b="b" l="l" r="r" t="t"/>
              <a:pathLst>
                <a:path extrusionOk="0" h="1501" w="1195">
                  <a:moveTo>
                    <a:pt x="355" y="0"/>
                  </a:moveTo>
                  <a:cubicBezTo>
                    <a:pt x="294" y="0"/>
                    <a:pt x="234" y="14"/>
                    <a:pt x="178" y="42"/>
                  </a:cubicBezTo>
                  <a:cubicBezTo>
                    <a:pt x="60" y="126"/>
                    <a:pt x="0" y="270"/>
                    <a:pt x="9" y="414"/>
                  </a:cubicBezTo>
                  <a:cubicBezTo>
                    <a:pt x="17" y="626"/>
                    <a:pt x="85" y="829"/>
                    <a:pt x="195" y="1007"/>
                  </a:cubicBezTo>
                  <a:cubicBezTo>
                    <a:pt x="127" y="897"/>
                    <a:pt x="93" y="762"/>
                    <a:pt x="85" y="626"/>
                  </a:cubicBezTo>
                  <a:cubicBezTo>
                    <a:pt x="85" y="452"/>
                    <a:pt x="170" y="355"/>
                    <a:pt x="298" y="355"/>
                  </a:cubicBezTo>
                  <a:cubicBezTo>
                    <a:pt x="350" y="355"/>
                    <a:pt x="410" y="371"/>
                    <a:pt x="475" y="406"/>
                  </a:cubicBezTo>
                  <a:cubicBezTo>
                    <a:pt x="703" y="558"/>
                    <a:pt x="847" y="804"/>
                    <a:pt x="856" y="1075"/>
                  </a:cubicBezTo>
                  <a:cubicBezTo>
                    <a:pt x="856" y="1249"/>
                    <a:pt x="771" y="1350"/>
                    <a:pt x="647" y="1350"/>
                  </a:cubicBezTo>
                  <a:cubicBezTo>
                    <a:pt x="595" y="1350"/>
                    <a:pt x="537" y="1333"/>
                    <a:pt x="475" y="1295"/>
                  </a:cubicBezTo>
                  <a:cubicBezTo>
                    <a:pt x="390" y="1253"/>
                    <a:pt x="322" y="1185"/>
                    <a:pt x="263" y="1109"/>
                  </a:cubicBezTo>
                  <a:lnTo>
                    <a:pt x="263" y="1109"/>
                  </a:lnTo>
                  <a:cubicBezTo>
                    <a:pt x="356" y="1236"/>
                    <a:pt x="466" y="1338"/>
                    <a:pt x="593" y="1422"/>
                  </a:cubicBezTo>
                  <a:cubicBezTo>
                    <a:pt x="665" y="1475"/>
                    <a:pt x="748" y="1501"/>
                    <a:pt x="831" y="1501"/>
                  </a:cubicBezTo>
                  <a:cubicBezTo>
                    <a:pt x="894" y="1501"/>
                    <a:pt x="958" y="1486"/>
                    <a:pt x="1017" y="1456"/>
                  </a:cubicBezTo>
                  <a:lnTo>
                    <a:pt x="1025" y="1456"/>
                  </a:lnTo>
                  <a:cubicBezTo>
                    <a:pt x="1135" y="1371"/>
                    <a:pt x="1195" y="1236"/>
                    <a:pt x="1186" y="1092"/>
                  </a:cubicBezTo>
                  <a:cubicBezTo>
                    <a:pt x="1161" y="685"/>
                    <a:pt x="949" y="304"/>
                    <a:pt x="602" y="84"/>
                  </a:cubicBezTo>
                  <a:cubicBezTo>
                    <a:pt x="532" y="29"/>
                    <a:pt x="444" y="0"/>
                    <a:pt x="355" y="0"/>
                  </a:cubicBezTo>
                  <a:close/>
                </a:path>
              </a:pathLst>
            </a:cu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44"/>
            <p:cNvSpPr/>
            <p:nvPr/>
          </p:nvSpPr>
          <p:spPr>
            <a:xfrm flipH="1">
              <a:off x="6761335" y="2378632"/>
              <a:ext cx="312134" cy="269107"/>
            </a:xfrm>
            <a:custGeom>
              <a:rect b="b" l="l" r="r" t="t"/>
              <a:pathLst>
                <a:path extrusionOk="0" h="1082" w="1255">
                  <a:moveTo>
                    <a:pt x="721" y="1"/>
                  </a:moveTo>
                  <a:cubicBezTo>
                    <a:pt x="238" y="1"/>
                    <a:pt x="1" y="585"/>
                    <a:pt x="339" y="924"/>
                  </a:cubicBezTo>
                  <a:cubicBezTo>
                    <a:pt x="448" y="1033"/>
                    <a:pt x="582" y="1082"/>
                    <a:pt x="713" y="1082"/>
                  </a:cubicBezTo>
                  <a:cubicBezTo>
                    <a:pt x="989" y="1082"/>
                    <a:pt x="1254" y="865"/>
                    <a:pt x="1254" y="543"/>
                  </a:cubicBezTo>
                  <a:cubicBezTo>
                    <a:pt x="1254" y="247"/>
                    <a:pt x="1017" y="1"/>
                    <a:pt x="721" y="1"/>
                  </a:cubicBezTo>
                  <a:close/>
                </a:path>
              </a:pathLst>
            </a:custGeom>
            <a:solidFill>
              <a:srgbClr val="DED7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44"/>
            <p:cNvSpPr/>
            <p:nvPr/>
          </p:nvSpPr>
          <p:spPr>
            <a:xfrm flipH="1">
              <a:off x="6761335" y="2378632"/>
              <a:ext cx="312134" cy="269107"/>
            </a:xfrm>
            <a:custGeom>
              <a:rect b="b" l="l" r="r" t="t"/>
              <a:pathLst>
                <a:path extrusionOk="0" h="1082" w="1255">
                  <a:moveTo>
                    <a:pt x="721" y="1"/>
                  </a:moveTo>
                  <a:cubicBezTo>
                    <a:pt x="238" y="1"/>
                    <a:pt x="1" y="585"/>
                    <a:pt x="339" y="924"/>
                  </a:cubicBezTo>
                  <a:cubicBezTo>
                    <a:pt x="448" y="1033"/>
                    <a:pt x="582" y="1082"/>
                    <a:pt x="713" y="1082"/>
                  </a:cubicBezTo>
                  <a:cubicBezTo>
                    <a:pt x="989" y="1082"/>
                    <a:pt x="1254" y="865"/>
                    <a:pt x="1254" y="543"/>
                  </a:cubicBezTo>
                  <a:cubicBezTo>
                    <a:pt x="1254" y="247"/>
                    <a:pt x="1017" y="1"/>
                    <a:pt x="721" y="1"/>
                  </a:cubicBezTo>
                  <a:close/>
                </a:path>
              </a:pathLst>
            </a:custGeom>
            <a:solidFill>
              <a:srgbClr val="BFB3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44"/>
            <p:cNvSpPr/>
            <p:nvPr/>
          </p:nvSpPr>
          <p:spPr>
            <a:xfrm flipH="1">
              <a:off x="6727758" y="2352517"/>
              <a:ext cx="322580" cy="321337"/>
            </a:xfrm>
            <a:custGeom>
              <a:rect b="b" l="l" r="r" t="t"/>
              <a:pathLst>
                <a:path extrusionOk="0" h="1292" w="1297">
                  <a:moveTo>
                    <a:pt x="521" y="1"/>
                  </a:moveTo>
                  <a:cubicBezTo>
                    <a:pt x="512" y="1"/>
                    <a:pt x="502" y="2"/>
                    <a:pt x="492" y="4"/>
                  </a:cubicBezTo>
                  <a:lnTo>
                    <a:pt x="475" y="4"/>
                  </a:lnTo>
                  <a:cubicBezTo>
                    <a:pt x="416" y="21"/>
                    <a:pt x="374" y="89"/>
                    <a:pt x="390" y="148"/>
                  </a:cubicBezTo>
                  <a:cubicBezTo>
                    <a:pt x="407" y="208"/>
                    <a:pt x="458" y="241"/>
                    <a:pt x="509" y="241"/>
                  </a:cubicBezTo>
                  <a:lnTo>
                    <a:pt x="543" y="241"/>
                  </a:lnTo>
                  <a:cubicBezTo>
                    <a:pt x="685" y="210"/>
                    <a:pt x="650" y="1"/>
                    <a:pt x="521" y="1"/>
                  </a:cubicBezTo>
                  <a:close/>
                  <a:moveTo>
                    <a:pt x="965" y="103"/>
                  </a:moveTo>
                  <a:cubicBezTo>
                    <a:pt x="928" y="103"/>
                    <a:pt x="890" y="118"/>
                    <a:pt x="865" y="148"/>
                  </a:cubicBezTo>
                  <a:cubicBezTo>
                    <a:pt x="831" y="208"/>
                    <a:pt x="839" y="284"/>
                    <a:pt x="890" y="326"/>
                  </a:cubicBezTo>
                  <a:cubicBezTo>
                    <a:pt x="916" y="343"/>
                    <a:pt x="941" y="352"/>
                    <a:pt x="966" y="352"/>
                  </a:cubicBezTo>
                  <a:cubicBezTo>
                    <a:pt x="1085" y="352"/>
                    <a:pt x="1136" y="208"/>
                    <a:pt x="1043" y="131"/>
                  </a:cubicBezTo>
                  <a:lnTo>
                    <a:pt x="1034" y="123"/>
                  </a:lnTo>
                  <a:cubicBezTo>
                    <a:pt x="1014" y="109"/>
                    <a:pt x="990" y="103"/>
                    <a:pt x="965" y="103"/>
                  </a:cubicBezTo>
                  <a:close/>
                  <a:moveTo>
                    <a:pt x="128" y="294"/>
                  </a:moveTo>
                  <a:cubicBezTo>
                    <a:pt x="91" y="294"/>
                    <a:pt x="53" y="311"/>
                    <a:pt x="26" y="352"/>
                  </a:cubicBezTo>
                  <a:cubicBezTo>
                    <a:pt x="26" y="352"/>
                    <a:pt x="26" y="360"/>
                    <a:pt x="26" y="360"/>
                  </a:cubicBezTo>
                  <a:cubicBezTo>
                    <a:pt x="1" y="419"/>
                    <a:pt x="26" y="496"/>
                    <a:pt x="85" y="521"/>
                  </a:cubicBezTo>
                  <a:cubicBezTo>
                    <a:pt x="102" y="530"/>
                    <a:pt x="119" y="530"/>
                    <a:pt x="136" y="530"/>
                  </a:cubicBezTo>
                  <a:cubicBezTo>
                    <a:pt x="187" y="530"/>
                    <a:pt x="230" y="504"/>
                    <a:pt x="246" y="462"/>
                  </a:cubicBezTo>
                  <a:cubicBezTo>
                    <a:pt x="281" y="370"/>
                    <a:pt x="206" y="294"/>
                    <a:pt x="128" y="294"/>
                  </a:cubicBezTo>
                  <a:close/>
                  <a:moveTo>
                    <a:pt x="1166" y="506"/>
                  </a:moveTo>
                  <a:cubicBezTo>
                    <a:pt x="1100" y="506"/>
                    <a:pt x="1034" y="551"/>
                    <a:pt x="1043" y="640"/>
                  </a:cubicBezTo>
                  <a:lnTo>
                    <a:pt x="1043" y="657"/>
                  </a:lnTo>
                  <a:cubicBezTo>
                    <a:pt x="1043" y="724"/>
                    <a:pt x="1102" y="775"/>
                    <a:pt x="1161" y="775"/>
                  </a:cubicBezTo>
                  <a:cubicBezTo>
                    <a:pt x="1166" y="776"/>
                    <a:pt x="1170" y="776"/>
                    <a:pt x="1174" y="776"/>
                  </a:cubicBezTo>
                  <a:cubicBezTo>
                    <a:pt x="1236" y="776"/>
                    <a:pt x="1288" y="720"/>
                    <a:pt x="1288" y="657"/>
                  </a:cubicBezTo>
                  <a:lnTo>
                    <a:pt x="1288" y="640"/>
                  </a:lnTo>
                  <a:cubicBezTo>
                    <a:pt x="1297" y="551"/>
                    <a:pt x="1231" y="506"/>
                    <a:pt x="1166" y="506"/>
                  </a:cubicBezTo>
                  <a:close/>
                  <a:moveTo>
                    <a:pt x="143" y="748"/>
                  </a:moveTo>
                  <a:cubicBezTo>
                    <a:pt x="126" y="748"/>
                    <a:pt x="109" y="752"/>
                    <a:pt x="94" y="758"/>
                  </a:cubicBezTo>
                  <a:cubicBezTo>
                    <a:pt x="35" y="784"/>
                    <a:pt x="9" y="860"/>
                    <a:pt x="35" y="919"/>
                  </a:cubicBezTo>
                  <a:lnTo>
                    <a:pt x="35" y="936"/>
                  </a:lnTo>
                  <a:cubicBezTo>
                    <a:pt x="49" y="973"/>
                    <a:pt x="83" y="997"/>
                    <a:pt x="120" y="997"/>
                  </a:cubicBezTo>
                  <a:cubicBezTo>
                    <a:pt x="125" y="997"/>
                    <a:pt x="131" y="997"/>
                    <a:pt x="136" y="995"/>
                  </a:cubicBezTo>
                  <a:cubicBezTo>
                    <a:pt x="144" y="998"/>
                    <a:pt x="150" y="999"/>
                    <a:pt x="157" y="999"/>
                  </a:cubicBezTo>
                  <a:cubicBezTo>
                    <a:pt x="172" y="999"/>
                    <a:pt x="184" y="993"/>
                    <a:pt x="196" y="987"/>
                  </a:cubicBezTo>
                  <a:cubicBezTo>
                    <a:pt x="263" y="953"/>
                    <a:pt x="289" y="885"/>
                    <a:pt x="255" y="818"/>
                  </a:cubicBezTo>
                  <a:cubicBezTo>
                    <a:pt x="236" y="774"/>
                    <a:pt x="190" y="748"/>
                    <a:pt x="143" y="748"/>
                  </a:cubicBezTo>
                  <a:close/>
                  <a:moveTo>
                    <a:pt x="957" y="951"/>
                  </a:moveTo>
                  <a:cubicBezTo>
                    <a:pt x="930" y="951"/>
                    <a:pt x="904" y="960"/>
                    <a:pt x="882" y="978"/>
                  </a:cubicBezTo>
                  <a:cubicBezTo>
                    <a:pt x="789" y="1046"/>
                    <a:pt x="839" y="1199"/>
                    <a:pt x="950" y="1199"/>
                  </a:cubicBezTo>
                  <a:cubicBezTo>
                    <a:pt x="983" y="1199"/>
                    <a:pt x="1009" y="1190"/>
                    <a:pt x="1026" y="1173"/>
                  </a:cubicBezTo>
                  <a:lnTo>
                    <a:pt x="1043" y="1156"/>
                  </a:lnTo>
                  <a:cubicBezTo>
                    <a:pt x="1094" y="1114"/>
                    <a:pt x="1094" y="1046"/>
                    <a:pt x="1051" y="995"/>
                  </a:cubicBezTo>
                  <a:cubicBezTo>
                    <a:pt x="1027" y="967"/>
                    <a:pt x="992" y="951"/>
                    <a:pt x="957" y="951"/>
                  </a:cubicBezTo>
                  <a:close/>
                  <a:moveTo>
                    <a:pt x="500" y="1053"/>
                  </a:moveTo>
                  <a:cubicBezTo>
                    <a:pt x="447" y="1053"/>
                    <a:pt x="397" y="1087"/>
                    <a:pt x="382" y="1148"/>
                  </a:cubicBezTo>
                  <a:cubicBezTo>
                    <a:pt x="365" y="1207"/>
                    <a:pt x="399" y="1275"/>
                    <a:pt x="467" y="1292"/>
                  </a:cubicBezTo>
                  <a:lnTo>
                    <a:pt x="509" y="1292"/>
                  </a:lnTo>
                  <a:cubicBezTo>
                    <a:pt x="560" y="1292"/>
                    <a:pt x="602" y="1250"/>
                    <a:pt x="611" y="1199"/>
                  </a:cubicBezTo>
                  <a:cubicBezTo>
                    <a:pt x="628" y="1131"/>
                    <a:pt x="585" y="1072"/>
                    <a:pt x="518" y="1055"/>
                  </a:cubicBezTo>
                  <a:cubicBezTo>
                    <a:pt x="512" y="1054"/>
                    <a:pt x="506" y="1053"/>
                    <a:pt x="500" y="10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44"/>
            <p:cNvSpPr/>
            <p:nvPr/>
          </p:nvSpPr>
          <p:spPr>
            <a:xfrm flipH="1">
              <a:off x="7844229" y="3140937"/>
              <a:ext cx="217375" cy="282786"/>
            </a:xfrm>
            <a:custGeom>
              <a:rect b="b" l="l" r="r" t="t"/>
              <a:pathLst>
                <a:path extrusionOk="0" h="1137" w="874">
                  <a:moveTo>
                    <a:pt x="240" y="0"/>
                  </a:moveTo>
                  <a:cubicBezTo>
                    <a:pt x="99" y="0"/>
                    <a:pt x="1" y="118"/>
                    <a:pt x="1" y="316"/>
                  </a:cubicBezTo>
                  <a:cubicBezTo>
                    <a:pt x="18" y="621"/>
                    <a:pt x="179" y="909"/>
                    <a:pt x="433" y="1078"/>
                  </a:cubicBezTo>
                  <a:cubicBezTo>
                    <a:pt x="504" y="1117"/>
                    <a:pt x="570" y="1136"/>
                    <a:pt x="629" y="1136"/>
                  </a:cubicBezTo>
                  <a:cubicBezTo>
                    <a:pt x="775" y="1136"/>
                    <a:pt x="873" y="1023"/>
                    <a:pt x="873" y="824"/>
                  </a:cubicBezTo>
                  <a:cubicBezTo>
                    <a:pt x="856" y="511"/>
                    <a:pt x="695" y="231"/>
                    <a:pt x="433" y="62"/>
                  </a:cubicBezTo>
                  <a:cubicBezTo>
                    <a:pt x="364" y="20"/>
                    <a:pt x="298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44"/>
            <p:cNvSpPr/>
            <p:nvPr/>
          </p:nvSpPr>
          <p:spPr>
            <a:xfrm flipH="1">
              <a:off x="7901184" y="3215302"/>
              <a:ext cx="103464" cy="134056"/>
            </a:xfrm>
            <a:custGeom>
              <a:rect b="b" l="l" r="r" t="t"/>
              <a:pathLst>
                <a:path extrusionOk="0" h="539" w="416">
                  <a:moveTo>
                    <a:pt x="117" y="1"/>
                  </a:moveTo>
                  <a:cubicBezTo>
                    <a:pt x="49" y="1"/>
                    <a:pt x="0" y="55"/>
                    <a:pt x="0" y="152"/>
                  </a:cubicBezTo>
                  <a:cubicBezTo>
                    <a:pt x="9" y="296"/>
                    <a:pt x="85" y="432"/>
                    <a:pt x="204" y="508"/>
                  </a:cubicBezTo>
                  <a:cubicBezTo>
                    <a:pt x="239" y="528"/>
                    <a:pt x="272" y="538"/>
                    <a:pt x="301" y="538"/>
                  </a:cubicBezTo>
                  <a:cubicBezTo>
                    <a:pt x="370" y="538"/>
                    <a:pt x="415" y="485"/>
                    <a:pt x="415" y="390"/>
                  </a:cubicBezTo>
                  <a:cubicBezTo>
                    <a:pt x="407" y="246"/>
                    <a:pt x="331" y="110"/>
                    <a:pt x="204" y="25"/>
                  </a:cubicBezTo>
                  <a:cubicBezTo>
                    <a:pt x="173" y="9"/>
                    <a:pt x="144" y="1"/>
                    <a:pt x="117" y="1"/>
                  </a:cubicBezTo>
                  <a:close/>
                </a:path>
              </a:pathLst>
            </a:custGeom>
            <a:solidFill>
              <a:srgbClr val="7166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44"/>
            <p:cNvSpPr/>
            <p:nvPr/>
          </p:nvSpPr>
          <p:spPr>
            <a:xfrm flipH="1">
              <a:off x="7561940" y="3300611"/>
              <a:ext cx="219364" cy="283035"/>
            </a:xfrm>
            <a:custGeom>
              <a:rect b="b" l="l" r="r" t="t"/>
              <a:pathLst>
                <a:path extrusionOk="0" h="1138" w="882">
                  <a:moveTo>
                    <a:pt x="239" y="1"/>
                  </a:moveTo>
                  <a:cubicBezTo>
                    <a:pt x="97" y="1"/>
                    <a:pt x="0" y="115"/>
                    <a:pt x="0" y="318"/>
                  </a:cubicBezTo>
                  <a:cubicBezTo>
                    <a:pt x="17" y="623"/>
                    <a:pt x="178" y="911"/>
                    <a:pt x="441" y="1080"/>
                  </a:cubicBezTo>
                  <a:cubicBezTo>
                    <a:pt x="512" y="1119"/>
                    <a:pt x="578" y="1138"/>
                    <a:pt x="637" y="1138"/>
                  </a:cubicBezTo>
                  <a:cubicBezTo>
                    <a:pt x="783" y="1138"/>
                    <a:pt x="881" y="1025"/>
                    <a:pt x="881" y="826"/>
                  </a:cubicBezTo>
                  <a:cubicBezTo>
                    <a:pt x="864" y="513"/>
                    <a:pt x="703" y="233"/>
                    <a:pt x="441" y="64"/>
                  </a:cubicBezTo>
                  <a:cubicBezTo>
                    <a:pt x="368" y="21"/>
                    <a:pt x="300" y="1"/>
                    <a:pt x="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44"/>
            <p:cNvSpPr/>
            <p:nvPr/>
          </p:nvSpPr>
          <p:spPr>
            <a:xfrm flipH="1">
              <a:off x="7618895" y="3374230"/>
              <a:ext cx="105454" cy="135051"/>
            </a:xfrm>
            <a:custGeom>
              <a:rect b="b" l="l" r="r" t="t"/>
              <a:pathLst>
                <a:path extrusionOk="0" h="543" w="424">
                  <a:moveTo>
                    <a:pt x="114" y="0"/>
                  </a:moveTo>
                  <a:cubicBezTo>
                    <a:pt x="46" y="0"/>
                    <a:pt x="0" y="54"/>
                    <a:pt x="0" y="149"/>
                  </a:cubicBezTo>
                  <a:cubicBezTo>
                    <a:pt x="8" y="301"/>
                    <a:pt x="93" y="428"/>
                    <a:pt x="212" y="513"/>
                  </a:cubicBezTo>
                  <a:cubicBezTo>
                    <a:pt x="247" y="533"/>
                    <a:pt x="280" y="543"/>
                    <a:pt x="309" y="543"/>
                  </a:cubicBezTo>
                  <a:cubicBezTo>
                    <a:pt x="378" y="543"/>
                    <a:pt x="424" y="490"/>
                    <a:pt x="424" y="394"/>
                  </a:cubicBezTo>
                  <a:cubicBezTo>
                    <a:pt x="415" y="242"/>
                    <a:pt x="339" y="106"/>
                    <a:pt x="212" y="30"/>
                  </a:cubicBezTo>
                  <a:cubicBezTo>
                    <a:pt x="176" y="10"/>
                    <a:pt x="143" y="0"/>
                    <a:pt x="114" y="0"/>
                  </a:cubicBezTo>
                  <a:close/>
                </a:path>
              </a:pathLst>
            </a:custGeom>
            <a:solidFill>
              <a:srgbClr val="7166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44"/>
            <p:cNvSpPr/>
            <p:nvPr/>
          </p:nvSpPr>
          <p:spPr>
            <a:xfrm flipH="1">
              <a:off x="7281890" y="3466254"/>
              <a:ext cx="217126" cy="282786"/>
            </a:xfrm>
            <a:custGeom>
              <a:rect b="b" l="l" r="r" t="t"/>
              <a:pathLst>
                <a:path extrusionOk="0" h="1137" w="873">
                  <a:moveTo>
                    <a:pt x="244" y="1"/>
                  </a:moveTo>
                  <a:cubicBezTo>
                    <a:pt x="99" y="1"/>
                    <a:pt x="0" y="114"/>
                    <a:pt x="0" y="312"/>
                  </a:cubicBezTo>
                  <a:cubicBezTo>
                    <a:pt x="17" y="626"/>
                    <a:pt x="178" y="905"/>
                    <a:pt x="441" y="1075"/>
                  </a:cubicBezTo>
                  <a:cubicBezTo>
                    <a:pt x="510" y="1117"/>
                    <a:pt x="575" y="1136"/>
                    <a:pt x="633" y="1136"/>
                  </a:cubicBezTo>
                  <a:cubicBezTo>
                    <a:pt x="775" y="1136"/>
                    <a:pt x="873" y="1019"/>
                    <a:pt x="873" y="821"/>
                  </a:cubicBezTo>
                  <a:cubicBezTo>
                    <a:pt x="864" y="516"/>
                    <a:pt x="695" y="228"/>
                    <a:pt x="441" y="58"/>
                  </a:cubicBezTo>
                  <a:cubicBezTo>
                    <a:pt x="370" y="19"/>
                    <a:pt x="303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44"/>
            <p:cNvSpPr/>
            <p:nvPr/>
          </p:nvSpPr>
          <p:spPr>
            <a:xfrm flipH="1">
              <a:off x="7338596" y="3540619"/>
              <a:ext cx="103464" cy="133061"/>
            </a:xfrm>
            <a:custGeom>
              <a:rect b="b" l="l" r="r" t="t"/>
              <a:pathLst>
                <a:path extrusionOk="0" h="535" w="416">
                  <a:moveTo>
                    <a:pt x="114" y="1"/>
                  </a:moveTo>
                  <a:cubicBezTo>
                    <a:pt x="46" y="1"/>
                    <a:pt x="0" y="54"/>
                    <a:pt x="0" y="149"/>
                  </a:cubicBezTo>
                  <a:cubicBezTo>
                    <a:pt x="9" y="293"/>
                    <a:pt x="85" y="429"/>
                    <a:pt x="212" y="505"/>
                  </a:cubicBezTo>
                  <a:cubicBezTo>
                    <a:pt x="245" y="525"/>
                    <a:pt x="276" y="535"/>
                    <a:pt x="304" y="535"/>
                  </a:cubicBezTo>
                  <a:cubicBezTo>
                    <a:pt x="369" y="535"/>
                    <a:pt x="415" y="481"/>
                    <a:pt x="415" y="386"/>
                  </a:cubicBezTo>
                  <a:cubicBezTo>
                    <a:pt x="407" y="242"/>
                    <a:pt x="331" y="107"/>
                    <a:pt x="212" y="30"/>
                  </a:cubicBezTo>
                  <a:cubicBezTo>
                    <a:pt x="177" y="10"/>
                    <a:pt x="143" y="1"/>
                    <a:pt x="114" y="1"/>
                  </a:cubicBezTo>
                  <a:close/>
                </a:path>
              </a:pathLst>
            </a:custGeom>
            <a:solidFill>
              <a:srgbClr val="7166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44"/>
            <p:cNvSpPr/>
            <p:nvPr/>
          </p:nvSpPr>
          <p:spPr>
            <a:xfrm flipH="1">
              <a:off x="7001591" y="3624932"/>
              <a:ext cx="219364" cy="282537"/>
            </a:xfrm>
            <a:custGeom>
              <a:rect b="b" l="l" r="r" t="t"/>
              <a:pathLst>
                <a:path extrusionOk="0" h="1136" w="882">
                  <a:moveTo>
                    <a:pt x="242" y="1"/>
                  </a:moveTo>
                  <a:cubicBezTo>
                    <a:pt x="101" y="1"/>
                    <a:pt x="1" y="114"/>
                    <a:pt x="1" y="310"/>
                  </a:cubicBezTo>
                  <a:cubicBezTo>
                    <a:pt x="18" y="623"/>
                    <a:pt x="187" y="903"/>
                    <a:pt x="441" y="1072"/>
                  </a:cubicBezTo>
                  <a:cubicBezTo>
                    <a:pt x="514" y="1115"/>
                    <a:pt x="582" y="1135"/>
                    <a:pt x="642" y="1135"/>
                  </a:cubicBezTo>
                  <a:cubicBezTo>
                    <a:pt x="785" y="1135"/>
                    <a:pt x="882" y="1021"/>
                    <a:pt x="882" y="818"/>
                  </a:cubicBezTo>
                  <a:cubicBezTo>
                    <a:pt x="865" y="513"/>
                    <a:pt x="704" y="234"/>
                    <a:pt x="441" y="64"/>
                  </a:cubicBezTo>
                  <a:cubicBezTo>
                    <a:pt x="370" y="21"/>
                    <a:pt x="303" y="1"/>
                    <a:pt x="2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44"/>
            <p:cNvSpPr/>
            <p:nvPr/>
          </p:nvSpPr>
          <p:spPr>
            <a:xfrm flipH="1">
              <a:off x="7058546" y="3699049"/>
              <a:ext cx="103464" cy="134305"/>
            </a:xfrm>
            <a:custGeom>
              <a:rect b="b" l="l" r="r" t="t"/>
              <a:pathLst>
                <a:path extrusionOk="0" h="540" w="416">
                  <a:moveTo>
                    <a:pt x="116" y="0"/>
                  </a:moveTo>
                  <a:cubicBezTo>
                    <a:pt x="48" y="0"/>
                    <a:pt x="1" y="57"/>
                    <a:pt x="1" y="147"/>
                  </a:cubicBezTo>
                  <a:cubicBezTo>
                    <a:pt x="9" y="300"/>
                    <a:pt x="86" y="427"/>
                    <a:pt x="204" y="512"/>
                  </a:cubicBezTo>
                  <a:cubicBezTo>
                    <a:pt x="238" y="531"/>
                    <a:pt x="270" y="540"/>
                    <a:pt x="298" y="540"/>
                  </a:cubicBezTo>
                  <a:cubicBezTo>
                    <a:pt x="368" y="540"/>
                    <a:pt x="416" y="484"/>
                    <a:pt x="416" y="393"/>
                  </a:cubicBezTo>
                  <a:cubicBezTo>
                    <a:pt x="407" y="241"/>
                    <a:pt x="331" y="113"/>
                    <a:pt x="204" y="29"/>
                  </a:cubicBezTo>
                  <a:cubicBezTo>
                    <a:pt x="173" y="9"/>
                    <a:pt x="143" y="0"/>
                    <a:pt x="116" y="0"/>
                  </a:cubicBezTo>
                  <a:close/>
                </a:path>
              </a:pathLst>
            </a:custGeom>
            <a:solidFill>
              <a:srgbClr val="7166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2" name="Google Shape;125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/>
              <a:t>Organigramme de l’équipe</a:t>
            </a:r>
            <a:endParaRPr sz="3000"/>
          </a:p>
        </p:txBody>
      </p:sp>
      <p:pic>
        <p:nvPicPr>
          <p:cNvPr id="1258" name="Google Shape;1258;p45"/>
          <p:cNvPicPr preferRelativeResize="0"/>
          <p:nvPr/>
        </p:nvPicPr>
        <p:blipFill rotWithShape="1">
          <a:blip r:embed="rId3">
            <a:alphaModFix/>
          </a:blip>
          <a:srcRect b="0" l="2496" r="0" t="0"/>
          <a:stretch/>
        </p:blipFill>
        <p:spPr>
          <a:xfrm>
            <a:off x="1073000" y="1132400"/>
            <a:ext cx="7487899" cy="40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2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46"/>
          <p:cNvSpPr txBox="1"/>
          <p:nvPr>
            <p:ph idx="1" type="body"/>
          </p:nvPr>
        </p:nvSpPr>
        <p:spPr>
          <a:xfrm>
            <a:off x="2160075" y="1531988"/>
            <a:ext cx="3065400" cy="11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 u="sng">
                <a:latin typeface="Arial"/>
                <a:ea typeface="Arial"/>
                <a:cs typeface="Arial"/>
                <a:sym typeface="Arial"/>
              </a:rPr>
              <a:t>Robot D-0 inspiration star wars</a:t>
            </a:r>
            <a:endParaRPr b="1" sz="15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 u="sng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fr" sz="1000">
                <a:latin typeface="Arial"/>
                <a:ea typeface="Arial"/>
                <a:cs typeface="Arial"/>
                <a:sym typeface="Arial"/>
              </a:rPr>
              <a:t>Deux roues disjointes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fr" sz="1000">
                <a:latin typeface="Arial"/>
                <a:ea typeface="Arial"/>
                <a:cs typeface="Arial"/>
                <a:sym typeface="Arial"/>
              </a:rPr>
              <a:t>Système </a:t>
            </a:r>
            <a:r>
              <a:rPr lang="fr" sz="1000">
                <a:latin typeface="Arial"/>
                <a:ea typeface="Arial"/>
                <a:cs typeface="Arial"/>
                <a:sym typeface="Arial"/>
              </a:rPr>
              <a:t>intéressant</a:t>
            </a:r>
            <a:r>
              <a:rPr lang="fr" sz="1000">
                <a:latin typeface="Arial"/>
                <a:ea typeface="Arial"/>
                <a:cs typeface="Arial"/>
                <a:sym typeface="Arial"/>
              </a:rPr>
              <a:t> mais pas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Arial"/>
                <a:ea typeface="Arial"/>
                <a:cs typeface="Arial"/>
                <a:sym typeface="Arial"/>
              </a:rPr>
              <a:t>compatible avec le cahier des charges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5" name="Google Shape;126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78302" y="1152263"/>
            <a:ext cx="1789050" cy="20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46"/>
          <p:cNvSpPr txBox="1"/>
          <p:nvPr/>
        </p:nvSpPr>
        <p:spPr>
          <a:xfrm>
            <a:off x="699875" y="3056826"/>
            <a:ext cx="32277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 u="sng">
                <a:solidFill>
                  <a:schemeClr val="dk1"/>
                </a:solidFill>
              </a:rPr>
              <a:t>Robot Gyroroue</a:t>
            </a:r>
            <a:endParaRPr b="1" sz="15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 u="sng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●"/>
            </a:pPr>
            <a:r>
              <a:rPr lang="fr" sz="1000">
                <a:solidFill>
                  <a:schemeClr val="dk1"/>
                </a:solidFill>
              </a:rPr>
              <a:t>Système mono roue avec capacité de tourner par inclinaison du centre de masse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</a:pPr>
            <a:r>
              <a:rPr lang="fr" sz="1000">
                <a:solidFill>
                  <a:schemeClr val="dk1"/>
                </a:solidFill>
              </a:rPr>
              <a:t>Centre de masse à l'extérieur</a:t>
            </a:r>
            <a:endParaRPr sz="900"/>
          </a:p>
        </p:txBody>
      </p:sp>
      <p:pic>
        <p:nvPicPr>
          <p:cNvPr id="1267" name="Google Shape;1267;p46"/>
          <p:cNvPicPr preferRelativeResize="0"/>
          <p:nvPr/>
        </p:nvPicPr>
        <p:blipFill rotWithShape="1">
          <a:blip r:embed="rId4">
            <a:alphaModFix/>
          </a:blip>
          <a:srcRect b="0" l="43338" r="11048" t="0"/>
          <a:stretch/>
        </p:blipFill>
        <p:spPr>
          <a:xfrm>
            <a:off x="4040975" y="2996361"/>
            <a:ext cx="1453849" cy="165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4125" y="3960900"/>
            <a:ext cx="996850" cy="95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46"/>
          <p:cNvSpPr txBox="1"/>
          <p:nvPr/>
        </p:nvSpPr>
        <p:spPr>
          <a:xfrm>
            <a:off x="5729275" y="1778400"/>
            <a:ext cx="3377400" cy="15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500" u="sng">
                <a:solidFill>
                  <a:schemeClr val="dk1"/>
                </a:solidFill>
              </a:rPr>
              <a:t>Ringbot</a:t>
            </a:r>
            <a:endParaRPr b="1" sz="15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●"/>
            </a:pPr>
            <a:r>
              <a:rPr lang="fr" sz="1000">
                <a:solidFill>
                  <a:schemeClr val="dk1"/>
                </a:solidFill>
              </a:rPr>
              <a:t>Centre de masse dans la roue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●"/>
            </a:pPr>
            <a:r>
              <a:rPr lang="fr" sz="1000">
                <a:solidFill>
                  <a:schemeClr val="dk1"/>
                </a:solidFill>
              </a:rPr>
              <a:t>Roue creuse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●"/>
            </a:pPr>
            <a:r>
              <a:rPr lang="fr" sz="1000">
                <a:solidFill>
                  <a:schemeClr val="dk1"/>
                </a:solidFill>
              </a:rPr>
              <a:t>Roule grâce au déplacement du centre de masse sur les rails intérieurs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●"/>
            </a:pPr>
            <a:r>
              <a:rPr lang="fr" sz="1000">
                <a:solidFill>
                  <a:schemeClr val="dk1"/>
                </a:solidFill>
              </a:rPr>
              <a:t>Equilibrage grâce au déplacement du centre de masse le long de l’axe de la roue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●"/>
            </a:pPr>
            <a:r>
              <a:rPr lang="fr" sz="1000">
                <a:solidFill>
                  <a:schemeClr val="dk1"/>
                </a:solidFill>
              </a:rPr>
              <a:t>Système le plus intéressant pour nous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70" name="Google Shape;1270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0763" y="3459350"/>
            <a:ext cx="1789051" cy="1527224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Veille sur l’existant</a:t>
            </a:r>
            <a:endParaRPr sz="3000"/>
          </a:p>
        </p:txBody>
      </p:sp>
      <p:sp>
        <p:nvSpPr>
          <p:cNvPr id="1272" name="Google Shape;127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3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7" name="Google Shape;127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96459"/>
            <a:ext cx="4203924" cy="2711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4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/>
              <a:t>Diagramme pieuvre et FAST</a:t>
            </a:r>
            <a:endParaRPr sz="3000"/>
          </a:p>
        </p:txBody>
      </p:sp>
      <p:pic>
        <p:nvPicPr>
          <p:cNvPr id="1279" name="Google Shape;127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5325" y="2340100"/>
            <a:ext cx="5088674" cy="280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47"/>
          <p:cNvSpPr txBox="1"/>
          <p:nvPr/>
        </p:nvSpPr>
        <p:spPr>
          <a:xfrm>
            <a:off x="1064200" y="3881025"/>
            <a:ext cx="18696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</a:rPr>
              <a:t>Diagramme pieuvre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281" name="Google Shape;1281;p47"/>
          <p:cNvSpPr txBox="1"/>
          <p:nvPr/>
        </p:nvSpPr>
        <p:spPr>
          <a:xfrm>
            <a:off x="5902175" y="1940582"/>
            <a:ext cx="18696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</a:rPr>
              <a:t>Diagramme FAST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282" name="Google Shape;128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4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4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/>
              <a:t>Audit sur l’existant</a:t>
            </a:r>
            <a:endParaRPr sz="3600"/>
          </a:p>
        </p:txBody>
      </p:sp>
      <p:pic>
        <p:nvPicPr>
          <p:cNvPr id="1288" name="Google Shape;128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2208" y="1790638"/>
            <a:ext cx="2211592" cy="225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48"/>
          <p:cNvSpPr txBox="1"/>
          <p:nvPr>
            <p:ph idx="4294967295" type="subTitle"/>
          </p:nvPr>
        </p:nvSpPr>
        <p:spPr>
          <a:xfrm>
            <a:off x="7692563" y="4056075"/>
            <a:ext cx="12156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fr" sz="1500">
                <a:latin typeface="Arial"/>
                <a:ea typeface="Arial"/>
                <a:cs typeface="Arial"/>
                <a:sym typeface="Arial"/>
              </a:rPr>
              <a:t>chéma 3D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0" name="Google Shape;1290;p48"/>
          <p:cNvCxnSpPr/>
          <p:nvPr/>
        </p:nvCxnSpPr>
        <p:spPr>
          <a:xfrm flipH="1">
            <a:off x="6957950" y="4528275"/>
            <a:ext cx="27930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1" name="Google Shape;1291;p48"/>
          <p:cNvCxnSpPr/>
          <p:nvPr/>
        </p:nvCxnSpPr>
        <p:spPr>
          <a:xfrm>
            <a:off x="7212338" y="4528275"/>
            <a:ext cx="430200" cy="12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2" name="Google Shape;1292;p48"/>
          <p:cNvCxnSpPr/>
          <p:nvPr/>
        </p:nvCxnSpPr>
        <p:spPr>
          <a:xfrm flipH="1" rot="10800000">
            <a:off x="7225850" y="4057875"/>
            <a:ext cx="11400" cy="47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3" name="Google Shape;1293;p48"/>
          <p:cNvSpPr txBox="1"/>
          <p:nvPr/>
        </p:nvSpPr>
        <p:spPr>
          <a:xfrm>
            <a:off x="6888100" y="3989900"/>
            <a:ext cx="29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z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4" name="Google Shape;1294;p48"/>
          <p:cNvSpPr txBox="1"/>
          <p:nvPr/>
        </p:nvSpPr>
        <p:spPr>
          <a:xfrm>
            <a:off x="6732188" y="4528275"/>
            <a:ext cx="29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5" name="Google Shape;1295;p48"/>
          <p:cNvSpPr txBox="1"/>
          <p:nvPr/>
        </p:nvSpPr>
        <p:spPr>
          <a:xfrm>
            <a:off x="7482175" y="4307675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96" name="Google Shape;129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1300" y="979750"/>
            <a:ext cx="2127166" cy="197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8100" y="3006475"/>
            <a:ext cx="2674324" cy="205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48"/>
          <p:cNvSpPr txBox="1"/>
          <p:nvPr>
            <p:ph idx="1" type="body"/>
          </p:nvPr>
        </p:nvSpPr>
        <p:spPr>
          <a:xfrm>
            <a:off x="1125400" y="1132138"/>
            <a:ext cx="3375900" cy="21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 u="sng">
                <a:latin typeface="Arial"/>
                <a:ea typeface="Arial"/>
                <a:cs typeface="Arial"/>
                <a:sym typeface="Arial"/>
              </a:rPr>
              <a:t>Rail interne</a:t>
            </a:r>
            <a:endParaRPr b="1" sz="20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Quatre roues libres et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une roue motorisée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   =&gt; On déplace la masse principale</a:t>
            </a:r>
            <a:br>
              <a:rPr lang="fr" sz="1500">
                <a:latin typeface="Arial"/>
                <a:ea typeface="Arial"/>
                <a:cs typeface="Arial"/>
                <a:sym typeface="Arial"/>
              </a:rPr>
            </a:br>
            <a:r>
              <a:rPr lang="fr" sz="1500">
                <a:latin typeface="Arial"/>
                <a:ea typeface="Arial"/>
                <a:cs typeface="Arial"/>
                <a:sym typeface="Arial"/>
              </a:rPr>
              <a:t>   =&gt; Déplacement linéaire de la </a:t>
            </a:r>
            <a:br>
              <a:rPr lang="fr" sz="1500">
                <a:latin typeface="Arial"/>
                <a:ea typeface="Arial"/>
                <a:cs typeface="Arial"/>
                <a:sym typeface="Arial"/>
              </a:rPr>
            </a:br>
            <a:r>
              <a:rPr lang="fr" sz="1500">
                <a:latin typeface="Arial"/>
                <a:ea typeface="Arial"/>
                <a:cs typeface="Arial"/>
                <a:sym typeface="Arial"/>
              </a:rPr>
              <a:t>        masse pour le faire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48"/>
          <p:cNvSpPr txBox="1"/>
          <p:nvPr>
            <p:ph idx="1" type="body"/>
          </p:nvPr>
        </p:nvSpPr>
        <p:spPr>
          <a:xfrm>
            <a:off x="1125400" y="3260746"/>
            <a:ext cx="2582700" cy="14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 u="sng">
                <a:latin typeface="Arial"/>
                <a:ea typeface="Arial"/>
                <a:cs typeface="Arial"/>
                <a:sym typeface="Arial"/>
              </a:rPr>
              <a:t>Masse latérale</a:t>
            </a:r>
            <a:endParaRPr b="1" sz="20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Permet de faire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pencher le robot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pour le faire tourner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5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1" name="Google Shape;1301;p48"/>
          <p:cNvPicPr preferRelativeResize="0"/>
          <p:nvPr/>
        </p:nvPicPr>
        <p:blipFill rotWithShape="1">
          <a:blip r:embed="rId6">
            <a:alphaModFix/>
          </a:blip>
          <a:srcRect b="0" l="4616" r="12210" t="35790"/>
          <a:stretch/>
        </p:blipFill>
        <p:spPr>
          <a:xfrm>
            <a:off x="6786725" y="308400"/>
            <a:ext cx="2102550" cy="1408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/>
              <a:t>Planning</a:t>
            </a:r>
            <a:endParaRPr sz="3000"/>
          </a:p>
        </p:txBody>
      </p:sp>
      <p:pic>
        <p:nvPicPr>
          <p:cNvPr id="1307" name="Google Shape;130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112" y="1017674"/>
            <a:ext cx="7201674" cy="3934377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6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50"/>
          <p:cNvSpPr txBox="1"/>
          <p:nvPr/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latin typeface="Bai Jamjuree"/>
                <a:ea typeface="Bai Jamjuree"/>
                <a:cs typeface="Bai Jamjuree"/>
                <a:sym typeface="Bai Jamjuree"/>
              </a:rPr>
              <a:t>Conclusion</a:t>
            </a:r>
            <a:endParaRPr b="1" sz="3000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1314" name="Google Shape;131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050" y="985400"/>
            <a:ext cx="7269350" cy="393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7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tal Detector Robots for Airports Business Plan by Slidesgo">
  <a:themeElements>
    <a:clrScheme name="Simple Light">
      <a:dk1>
        <a:srgbClr val="000000"/>
      </a:dk1>
      <a:lt1>
        <a:srgbClr val="E8E9EA"/>
      </a:lt1>
      <a:dk2>
        <a:srgbClr val="716674"/>
      </a:dk2>
      <a:lt2>
        <a:srgbClr val="7C6496"/>
      </a:lt2>
      <a:accent1>
        <a:srgbClr val="BFB3CC"/>
      </a:accent1>
      <a:accent2>
        <a:srgbClr val="C3C3C3"/>
      </a:accent2>
      <a:accent3>
        <a:srgbClr val="D1C9DB"/>
      </a:accent3>
      <a:accent4>
        <a:srgbClr val="FFFFFF"/>
      </a:accent4>
      <a:accent5>
        <a:srgbClr val="EADFE4"/>
      </a:accent5>
      <a:accent6>
        <a:srgbClr val="EBDFF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
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Bai Jamjure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iJamjuree-regular.fntdata"/><Relationship Id="rId14" Type="http://schemas.openxmlformats.org/officeDocument/2006/relationships/slide" Target="slides/slide9.xml"/><Relationship Id="rId17" Type="http://schemas.openxmlformats.org/officeDocument/2006/relationships/font" Target="fonts/BaiJamjuree-italic.fntdata"/><Relationship Id="rId16" Type="http://schemas.openxmlformats.org/officeDocument/2006/relationships/font" Target="fonts/BaiJamjure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BaiJamjure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96a5ba6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96a5ba6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1f96a5ba6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1f96a5ba6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96a5ba68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f96a5ba6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fff9c642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fff9c642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fff9c642d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fff9c642d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f96a5ba68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f96a5ba6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fff9c642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fff9c642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f96a5ba6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f96a5ba6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f96a5ba6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f96a5ba6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4.jp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 de circuit blanc | Photo Premium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331950" y="1527700"/>
            <a:ext cx="2632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2"/>
                </a:solidFill>
              </a:rPr>
              <a:t>Conception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42200" y="691000"/>
            <a:ext cx="34596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500">
                <a:solidFill>
                  <a:srgbClr val="000000"/>
                </a:solidFill>
                <a:latin typeface="Bai Jamjuree"/>
                <a:ea typeface="Bai Jamjuree"/>
                <a:cs typeface="Bai Jamjuree"/>
                <a:sym typeface="Bai Jamjuree"/>
              </a:rPr>
              <a:t>Projet BB-8</a:t>
            </a:r>
            <a:endParaRPr b="1" sz="4500">
              <a:solidFill>
                <a:srgbClr val="000000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7779050" y="4438850"/>
            <a:ext cx="1181700" cy="5160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Groupe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I_Roue_6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532900" y="2679900"/>
            <a:ext cx="4078200" cy="19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546800" y="2571750"/>
            <a:ext cx="3878400" cy="199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romanUcPeriod"/>
            </a:pPr>
            <a:r>
              <a:rPr lang="fr" sz="2000">
                <a:solidFill>
                  <a:schemeClr val="accent3"/>
                </a:solidFill>
              </a:rPr>
              <a:t>Vue d’ensemble du projet</a:t>
            </a:r>
            <a:endParaRPr sz="2000">
              <a:solidFill>
                <a:schemeClr val="accent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romanUcPeriod"/>
            </a:pPr>
            <a:r>
              <a:rPr lang="fr" sz="2000">
                <a:solidFill>
                  <a:schemeClr val="accent3"/>
                </a:solidFill>
              </a:rPr>
              <a:t>Conception </a:t>
            </a:r>
            <a:endParaRPr sz="2000">
              <a:solidFill>
                <a:schemeClr val="accent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romanUcPeriod"/>
            </a:pPr>
            <a:r>
              <a:rPr lang="fr" sz="2000">
                <a:solidFill>
                  <a:schemeClr val="accent3"/>
                </a:solidFill>
              </a:rPr>
              <a:t>Calculs </a:t>
            </a:r>
            <a:endParaRPr sz="2000">
              <a:solidFill>
                <a:schemeClr val="accent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romanUcPeriod"/>
            </a:pPr>
            <a:r>
              <a:rPr lang="fr" sz="2000">
                <a:solidFill>
                  <a:schemeClr val="accent3"/>
                </a:solidFill>
              </a:rPr>
              <a:t>Liste des composants</a:t>
            </a:r>
            <a:endParaRPr sz="2000">
              <a:solidFill>
                <a:schemeClr val="accent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AutoNum type="romanUcPeriod"/>
            </a:pPr>
            <a:r>
              <a:rPr lang="fr" sz="2000">
                <a:solidFill>
                  <a:schemeClr val="accent3"/>
                </a:solidFill>
              </a:rPr>
              <a:t>Conclusion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689975" y="2188950"/>
            <a:ext cx="4647900" cy="76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66675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VUE D’ENSEMBLE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9359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898175" y="215600"/>
            <a:ext cx="58236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CONCEPTION </a:t>
            </a:r>
            <a:r>
              <a:rPr lang="fr" sz="3200">
                <a:solidFill>
                  <a:schemeClr val="lt1"/>
                </a:solidFill>
              </a:rPr>
              <a:t>MÉCANIQUE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212" y="907375"/>
            <a:ext cx="6563576" cy="40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898175" y="215600"/>
            <a:ext cx="58236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CONCEPTION MÉCANIQUE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71825"/>
            <a:ext cx="4645000" cy="387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7196" y="971825"/>
            <a:ext cx="4364379" cy="38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898175" y="215600"/>
            <a:ext cx="58236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CONCEPTION MÉCANIQUE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275" y="1342425"/>
            <a:ext cx="4243674" cy="29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4800" y="1494275"/>
            <a:ext cx="4335499" cy="23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1245150" y="302325"/>
            <a:ext cx="66537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CALCULS </a:t>
            </a:r>
            <a:r>
              <a:rPr lang="fr" sz="3200">
                <a:solidFill>
                  <a:schemeClr val="lt1"/>
                </a:solidFill>
              </a:rPr>
              <a:t>DIMENSIONNEMENT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25" y="1033425"/>
            <a:ext cx="3941250" cy="377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5250" y="1033425"/>
            <a:ext cx="4901425" cy="23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245150" y="302325"/>
            <a:ext cx="66537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CALCULS DIMENSIONNEMENT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95" y="1160788"/>
            <a:ext cx="4709001" cy="28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2925" y="1160800"/>
            <a:ext cx="4125400" cy="28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1245150" y="355475"/>
            <a:ext cx="6653700" cy="73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6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LISTE DES COMPOSANTS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45316" l="0" r="0" t="0"/>
          <a:stretch/>
        </p:blipFill>
        <p:spPr>
          <a:xfrm>
            <a:off x="261200" y="1094128"/>
            <a:ext cx="3164626" cy="205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0" r="0" t="65661"/>
          <a:stretch/>
        </p:blipFill>
        <p:spPr>
          <a:xfrm>
            <a:off x="261200" y="3152501"/>
            <a:ext cx="3164626" cy="12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075" y="1086575"/>
            <a:ext cx="5232874" cy="335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rière Plan PowerPoint Circuit gratuit pour les Présentations - Slidesdocs"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1245150" y="355475"/>
            <a:ext cx="66537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chemeClr val="lt1"/>
                </a:solidFill>
              </a:rPr>
              <a:t>CONCLUSION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900" y="1478025"/>
            <a:ext cx="59721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
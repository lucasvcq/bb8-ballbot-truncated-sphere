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641f5dd7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d641f5dd7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d7e9203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1d7e9203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d7e9203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d7e9203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45300" y="1948913"/>
            <a:ext cx="505500" cy="46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2690375" y="1143200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4547600" y="0"/>
            <a:ext cx="599100" cy="614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748450" y="1086500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748000" y="1143200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756650" y="1086500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6236150" y="1143200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7257938" y="1143200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4252550" y="1086500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</a:t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2145500" y="3343625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7</a:t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3390538" y="3343625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8</a:t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6767900" y="1143200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3908038" y="3343625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8</a:t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4961963" y="3343625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8</a:t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4444475" y="3343625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8</a:t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5479475" y="3343625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8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6019500" y="3343625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8</a:t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4362750" y="4341750"/>
            <a:ext cx="599100" cy="614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</a:t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5244350" y="1086500"/>
            <a:ext cx="418500" cy="390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</a:t>
            </a:r>
            <a:endParaRPr/>
          </a:p>
        </p:txBody>
      </p:sp>
      <p:cxnSp>
        <p:nvCxnSpPr>
          <p:cNvPr id="73" name="Google Shape;73;p13"/>
          <p:cNvCxnSpPr>
            <a:stCxn id="55" idx="4"/>
            <a:endCxn id="54" idx="2"/>
          </p:cNvCxnSpPr>
          <p:nvPr/>
        </p:nvCxnSpPr>
        <p:spPr>
          <a:xfrm>
            <a:off x="2899625" y="1533800"/>
            <a:ext cx="1445700" cy="6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3"/>
          <p:cNvCxnSpPr>
            <a:stCxn id="59" idx="4"/>
            <a:endCxn id="54" idx="0"/>
          </p:cNvCxnSpPr>
          <p:nvPr/>
        </p:nvCxnSpPr>
        <p:spPr>
          <a:xfrm>
            <a:off x="3965900" y="1477100"/>
            <a:ext cx="632100" cy="4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3"/>
          <p:cNvCxnSpPr>
            <a:stCxn id="62" idx="4"/>
            <a:endCxn id="54" idx="0"/>
          </p:cNvCxnSpPr>
          <p:nvPr/>
        </p:nvCxnSpPr>
        <p:spPr>
          <a:xfrm>
            <a:off x="4461800" y="1477100"/>
            <a:ext cx="136200" cy="4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3"/>
          <p:cNvCxnSpPr>
            <a:stCxn id="57" idx="4"/>
            <a:endCxn id="54" idx="0"/>
          </p:cNvCxnSpPr>
          <p:nvPr/>
        </p:nvCxnSpPr>
        <p:spPr>
          <a:xfrm flipH="1">
            <a:off x="4598000" y="1477100"/>
            <a:ext cx="359700" cy="4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3"/>
          <p:cNvCxnSpPr>
            <a:stCxn id="72" idx="4"/>
            <a:endCxn id="54" idx="0"/>
          </p:cNvCxnSpPr>
          <p:nvPr/>
        </p:nvCxnSpPr>
        <p:spPr>
          <a:xfrm flipH="1">
            <a:off x="4598000" y="1477100"/>
            <a:ext cx="855600" cy="4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3"/>
          <p:cNvCxnSpPr>
            <a:stCxn id="60" idx="4"/>
            <a:endCxn id="54" idx="6"/>
          </p:cNvCxnSpPr>
          <p:nvPr/>
        </p:nvCxnSpPr>
        <p:spPr>
          <a:xfrm flipH="1">
            <a:off x="4850900" y="1533800"/>
            <a:ext cx="1594500" cy="6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3"/>
          <p:cNvCxnSpPr>
            <a:stCxn id="65" idx="4"/>
            <a:endCxn id="54" idx="6"/>
          </p:cNvCxnSpPr>
          <p:nvPr/>
        </p:nvCxnSpPr>
        <p:spPr>
          <a:xfrm flipH="1">
            <a:off x="4850750" y="1533800"/>
            <a:ext cx="2126400" cy="6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3"/>
          <p:cNvCxnSpPr>
            <a:stCxn id="61" idx="4"/>
            <a:endCxn id="54" idx="6"/>
          </p:cNvCxnSpPr>
          <p:nvPr/>
        </p:nvCxnSpPr>
        <p:spPr>
          <a:xfrm flipH="1">
            <a:off x="4850888" y="1533800"/>
            <a:ext cx="2616300" cy="6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3"/>
          <p:cNvCxnSpPr>
            <a:stCxn id="58" idx="4"/>
            <a:endCxn id="54" idx="6"/>
          </p:cNvCxnSpPr>
          <p:nvPr/>
        </p:nvCxnSpPr>
        <p:spPr>
          <a:xfrm flipH="1">
            <a:off x="4850750" y="1533800"/>
            <a:ext cx="3106500" cy="6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3"/>
          <p:cNvCxnSpPr>
            <a:stCxn id="55" idx="0"/>
            <a:endCxn id="56" idx="3"/>
          </p:cNvCxnSpPr>
          <p:nvPr/>
        </p:nvCxnSpPr>
        <p:spPr>
          <a:xfrm flipH="1" rot="10800000">
            <a:off x="2899625" y="524600"/>
            <a:ext cx="1735800" cy="6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3"/>
          <p:cNvCxnSpPr>
            <a:stCxn id="59" idx="0"/>
            <a:endCxn id="56" idx="4"/>
          </p:cNvCxnSpPr>
          <p:nvPr/>
        </p:nvCxnSpPr>
        <p:spPr>
          <a:xfrm flipH="1" rot="10800000">
            <a:off x="3965900" y="614600"/>
            <a:ext cx="881400" cy="4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3"/>
          <p:cNvCxnSpPr>
            <a:stCxn id="62" idx="0"/>
            <a:endCxn id="56" idx="4"/>
          </p:cNvCxnSpPr>
          <p:nvPr/>
        </p:nvCxnSpPr>
        <p:spPr>
          <a:xfrm flipH="1" rot="10800000">
            <a:off x="4461800" y="614600"/>
            <a:ext cx="385500" cy="4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3"/>
          <p:cNvCxnSpPr>
            <a:stCxn id="57" idx="0"/>
            <a:endCxn id="56" idx="4"/>
          </p:cNvCxnSpPr>
          <p:nvPr/>
        </p:nvCxnSpPr>
        <p:spPr>
          <a:xfrm rot="10800000">
            <a:off x="4847300" y="614600"/>
            <a:ext cx="110400" cy="4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3"/>
          <p:cNvCxnSpPr>
            <a:stCxn id="72" idx="0"/>
            <a:endCxn id="56" idx="4"/>
          </p:cNvCxnSpPr>
          <p:nvPr/>
        </p:nvCxnSpPr>
        <p:spPr>
          <a:xfrm rot="10800000">
            <a:off x="4847300" y="614600"/>
            <a:ext cx="606300" cy="4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3"/>
          <p:cNvCxnSpPr>
            <a:stCxn id="60" idx="0"/>
            <a:endCxn id="56" idx="5"/>
          </p:cNvCxnSpPr>
          <p:nvPr/>
        </p:nvCxnSpPr>
        <p:spPr>
          <a:xfrm rot="10800000">
            <a:off x="5059100" y="524600"/>
            <a:ext cx="1386300" cy="6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>
            <a:stCxn id="65" idx="0"/>
            <a:endCxn id="56" idx="5"/>
          </p:cNvCxnSpPr>
          <p:nvPr/>
        </p:nvCxnSpPr>
        <p:spPr>
          <a:xfrm rot="10800000">
            <a:off x="5058950" y="524600"/>
            <a:ext cx="1918200" cy="6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3"/>
          <p:cNvCxnSpPr>
            <a:stCxn id="61" idx="0"/>
            <a:endCxn id="56" idx="5"/>
          </p:cNvCxnSpPr>
          <p:nvPr/>
        </p:nvCxnSpPr>
        <p:spPr>
          <a:xfrm rot="10800000">
            <a:off x="5059088" y="524600"/>
            <a:ext cx="2408100" cy="6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3"/>
          <p:cNvCxnSpPr>
            <a:stCxn id="58" idx="0"/>
            <a:endCxn id="56" idx="5"/>
          </p:cNvCxnSpPr>
          <p:nvPr/>
        </p:nvCxnSpPr>
        <p:spPr>
          <a:xfrm rot="10800000">
            <a:off x="5058950" y="524600"/>
            <a:ext cx="2898300" cy="6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3"/>
          <p:cNvCxnSpPr>
            <a:stCxn id="54" idx="4"/>
            <a:endCxn id="63" idx="0"/>
          </p:cNvCxnSpPr>
          <p:nvPr/>
        </p:nvCxnSpPr>
        <p:spPr>
          <a:xfrm flipH="1">
            <a:off x="2354650" y="2417213"/>
            <a:ext cx="2243400" cy="9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3"/>
          <p:cNvCxnSpPr>
            <a:stCxn id="54" idx="4"/>
            <a:endCxn id="64" idx="0"/>
          </p:cNvCxnSpPr>
          <p:nvPr/>
        </p:nvCxnSpPr>
        <p:spPr>
          <a:xfrm flipH="1">
            <a:off x="3599650" y="2417213"/>
            <a:ext cx="998400" cy="9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3"/>
          <p:cNvCxnSpPr>
            <a:stCxn id="54" idx="4"/>
            <a:endCxn id="66" idx="0"/>
          </p:cNvCxnSpPr>
          <p:nvPr/>
        </p:nvCxnSpPr>
        <p:spPr>
          <a:xfrm flipH="1">
            <a:off x="4117150" y="2417213"/>
            <a:ext cx="480900" cy="9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3"/>
          <p:cNvCxnSpPr>
            <a:stCxn id="54" idx="4"/>
            <a:endCxn id="68" idx="0"/>
          </p:cNvCxnSpPr>
          <p:nvPr/>
        </p:nvCxnSpPr>
        <p:spPr>
          <a:xfrm>
            <a:off x="4598050" y="2417213"/>
            <a:ext cx="55800" cy="9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3"/>
          <p:cNvCxnSpPr>
            <a:stCxn id="67" idx="0"/>
            <a:endCxn id="54" idx="4"/>
          </p:cNvCxnSpPr>
          <p:nvPr/>
        </p:nvCxnSpPr>
        <p:spPr>
          <a:xfrm rot="10800000">
            <a:off x="4597913" y="2417225"/>
            <a:ext cx="573300" cy="9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3"/>
          <p:cNvCxnSpPr>
            <a:stCxn id="54" idx="4"/>
            <a:endCxn id="69" idx="0"/>
          </p:cNvCxnSpPr>
          <p:nvPr/>
        </p:nvCxnSpPr>
        <p:spPr>
          <a:xfrm>
            <a:off x="4598050" y="2417213"/>
            <a:ext cx="1090800" cy="9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3"/>
          <p:cNvCxnSpPr>
            <a:stCxn id="54" idx="4"/>
            <a:endCxn id="70" idx="0"/>
          </p:cNvCxnSpPr>
          <p:nvPr/>
        </p:nvCxnSpPr>
        <p:spPr>
          <a:xfrm>
            <a:off x="4598050" y="2417213"/>
            <a:ext cx="1630800" cy="9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3"/>
          <p:cNvCxnSpPr>
            <a:stCxn id="63" idx="4"/>
            <a:endCxn id="71" idx="0"/>
          </p:cNvCxnSpPr>
          <p:nvPr/>
        </p:nvCxnSpPr>
        <p:spPr>
          <a:xfrm>
            <a:off x="2354750" y="3734225"/>
            <a:ext cx="230760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3"/>
          <p:cNvCxnSpPr>
            <a:stCxn id="64" idx="4"/>
            <a:endCxn id="71" idx="0"/>
          </p:cNvCxnSpPr>
          <p:nvPr/>
        </p:nvCxnSpPr>
        <p:spPr>
          <a:xfrm>
            <a:off x="3599788" y="3734225"/>
            <a:ext cx="106260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3"/>
          <p:cNvCxnSpPr>
            <a:stCxn id="66" idx="4"/>
            <a:endCxn id="71" idx="0"/>
          </p:cNvCxnSpPr>
          <p:nvPr/>
        </p:nvCxnSpPr>
        <p:spPr>
          <a:xfrm>
            <a:off x="4117288" y="3734225"/>
            <a:ext cx="54510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3"/>
          <p:cNvCxnSpPr>
            <a:stCxn id="68" idx="4"/>
            <a:endCxn id="71" idx="0"/>
          </p:cNvCxnSpPr>
          <p:nvPr/>
        </p:nvCxnSpPr>
        <p:spPr>
          <a:xfrm>
            <a:off x="4653725" y="3734225"/>
            <a:ext cx="870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3"/>
          <p:cNvCxnSpPr>
            <a:stCxn id="67" idx="4"/>
            <a:endCxn id="71" idx="0"/>
          </p:cNvCxnSpPr>
          <p:nvPr/>
        </p:nvCxnSpPr>
        <p:spPr>
          <a:xfrm flipH="1">
            <a:off x="4662413" y="3734225"/>
            <a:ext cx="50880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3"/>
          <p:cNvCxnSpPr>
            <a:stCxn id="69" idx="4"/>
            <a:endCxn id="71" idx="0"/>
          </p:cNvCxnSpPr>
          <p:nvPr/>
        </p:nvCxnSpPr>
        <p:spPr>
          <a:xfrm flipH="1">
            <a:off x="4662425" y="3734225"/>
            <a:ext cx="102630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3"/>
          <p:cNvCxnSpPr>
            <a:stCxn id="70" idx="4"/>
            <a:endCxn id="71" idx="0"/>
          </p:cNvCxnSpPr>
          <p:nvPr/>
        </p:nvCxnSpPr>
        <p:spPr>
          <a:xfrm flipH="1">
            <a:off x="4662450" y="3734225"/>
            <a:ext cx="1566300" cy="6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3"/>
          <p:cNvSpPr txBox="1"/>
          <p:nvPr/>
        </p:nvSpPr>
        <p:spPr>
          <a:xfrm>
            <a:off x="5140900" y="2526675"/>
            <a:ext cx="54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</a:rPr>
              <a:t>pivot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2995025" y="2947225"/>
            <a:ext cx="54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</a:rPr>
              <a:t>pivot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7986125" y="1738375"/>
            <a:ext cx="54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</a:rPr>
              <a:t>pivot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2627075" y="1855425"/>
            <a:ext cx="54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</a:rPr>
              <a:t>pivot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9" name="Google Shape;109;p13"/>
          <p:cNvSpPr txBox="1"/>
          <p:nvPr/>
        </p:nvSpPr>
        <p:spPr>
          <a:xfrm flipH="1">
            <a:off x="2745125" y="3980516"/>
            <a:ext cx="1044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</a:rPr>
              <a:t>ponctuelle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" name="Google Shape;110;p13"/>
          <p:cNvSpPr txBox="1"/>
          <p:nvPr/>
        </p:nvSpPr>
        <p:spPr>
          <a:xfrm flipH="1">
            <a:off x="5377025" y="349028"/>
            <a:ext cx="1044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</a:rPr>
              <a:t>ponctuelle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1" name="Google Shape;111;p13"/>
          <p:cNvSpPr txBox="1"/>
          <p:nvPr/>
        </p:nvSpPr>
        <p:spPr>
          <a:xfrm flipH="1">
            <a:off x="2282950" y="710228"/>
            <a:ext cx="1044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</a:rPr>
              <a:t>ponctuelle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2" name="Google Shape;112;p13"/>
          <p:cNvSpPr txBox="1"/>
          <p:nvPr/>
        </p:nvSpPr>
        <p:spPr>
          <a:xfrm flipH="1">
            <a:off x="5229425" y="4032228"/>
            <a:ext cx="1044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</a:rPr>
              <a:t>ponctuelle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5244350" y="778700"/>
            <a:ext cx="68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</a:rPr>
              <a:t>ponctuelle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4999450" y="1626313"/>
            <a:ext cx="68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</a:rPr>
              <a:t>rotule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type="title"/>
          </p:nvPr>
        </p:nvSpPr>
        <p:spPr>
          <a:xfrm>
            <a:off x="311700" y="498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Nomenclature</a:t>
            </a:r>
            <a:endParaRPr/>
          </a:p>
        </p:txBody>
      </p:sp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311700" y="1152475"/>
            <a:ext cx="8520600" cy="38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1 - Châssis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2 - Roue inertielle (RI)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3 - Roue principale (RP)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4 - roue moteur RI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5 - bille roulement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6 - rouleaux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7 -  roue moteur RP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8 - roue libre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facteur de complexité</a:t>
            </a:r>
            <a:endParaRPr/>
          </a:p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Nb d’interface mini :</a:t>
            </a:r>
            <a:endParaRPr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2 x (19 - 1) = </a:t>
            </a:r>
            <a:r>
              <a:rPr lang="fr">
                <a:solidFill>
                  <a:srgbClr val="FF0000"/>
                </a:solidFill>
              </a:rPr>
              <a:t>36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u="sng"/>
              <a:t>facteur de complexité :</a:t>
            </a:r>
            <a:endParaRPr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√36 x 19 = </a:t>
            </a:r>
            <a:r>
              <a:rPr lang="fr">
                <a:solidFill>
                  <a:srgbClr val="FF0000"/>
                </a:solidFill>
              </a:rPr>
              <a:t>26.15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
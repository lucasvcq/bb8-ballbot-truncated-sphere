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Bai Jamjuree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aiJamjuree-bold.fntdata"/><Relationship Id="rId14" Type="http://schemas.openxmlformats.org/officeDocument/2006/relationships/font" Target="fonts/BaiJamjuree-regular.fntdata"/><Relationship Id="rId17" Type="http://schemas.openxmlformats.org/officeDocument/2006/relationships/font" Target="fonts/BaiJamjuree-boldItalic.fntdata"/><Relationship Id="rId16" Type="http://schemas.openxmlformats.org/officeDocument/2006/relationships/font" Target="fonts/BaiJamjure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96a5ba6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96a5ba6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1f96a5ba68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1f96a5ba6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f96a5ba68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1f96a5ba68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75bad9c5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75bad9c5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f96a5ba68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f96a5ba68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f96a5ba68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f96a5ba68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f96a5ba68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f96a5ba68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f96a5ba68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f96a5ba68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nd de circuit blanc | Photo Premium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331950" y="1527700"/>
            <a:ext cx="2632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2"/>
                </a:solidFill>
              </a:rPr>
              <a:t>EEE/MIA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42200" y="691000"/>
            <a:ext cx="3459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5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Projet BB-8</a:t>
            </a:r>
            <a:endParaRPr b="1" sz="4500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7779050" y="4438850"/>
            <a:ext cx="1181700" cy="516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Groupe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I_Roue_6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632800" y="2318625"/>
            <a:ext cx="3878400" cy="19974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fr" sz="2000">
                <a:solidFill>
                  <a:schemeClr val="lt1"/>
                </a:solidFill>
              </a:rPr>
              <a:t>Vue d’ensemble du projet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fr" sz="2000">
                <a:solidFill>
                  <a:schemeClr val="lt1"/>
                </a:solidFill>
              </a:rPr>
              <a:t>EEE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fr" sz="2000">
                <a:solidFill>
                  <a:schemeClr val="lt1"/>
                </a:solidFill>
              </a:rPr>
              <a:t>MIA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fr" sz="2000">
                <a:solidFill>
                  <a:schemeClr val="lt1"/>
                </a:solidFill>
              </a:rPr>
              <a:t>Liste des composants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fr" sz="2000">
                <a:solidFill>
                  <a:schemeClr val="lt1"/>
                </a:solidFill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935900" y="1884150"/>
            <a:ext cx="4322700" cy="76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4800000" dist="57150">
              <a:srgbClr val="000000">
                <a:alpha val="6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VUE D’ENSEMBLE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49359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2780" r="9508" t="0"/>
          <a:stretch/>
        </p:blipFill>
        <p:spPr>
          <a:xfrm>
            <a:off x="1273750" y="1079875"/>
            <a:ext cx="6596500" cy="40636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918300" y="427250"/>
            <a:ext cx="73074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EEE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056900" y="161875"/>
            <a:ext cx="19347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Schéma de </a:t>
            </a:r>
            <a:br>
              <a:rPr lang="fr" sz="1800">
                <a:solidFill>
                  <a:schemeClr val="lt1"/>
                </a:solidFill>
              </a:rPr>
            </a:br>
            <a:r>
              <a:rPr lang="fr" sz="1800">
                <a:solidFill>
                  <a:schemeClr val="lt1"/>
                </a:solidFill>
              </a:rPr>
              <a:t>câblage</a:t>
            </a:r>
            <a:r>
              <a:rPr lang="fr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918300" y="427250"/>
            <a:ext cx="73074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EEE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b="25909" l="14966" r="16069" t="28146"/>
          <a:stretch/>
        </p:blipFill>
        <p:spPr>
          <a:xfrm>
            <a:off x="918300" y="1192850"/>
            <a:ext cx="7486502" cy="280555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6321300" y="4140400"/>
            <a:ext cx="28227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Schéma décomposition </a:t>
            </a:r>
            <a:br>
              <a:rPr lang="fr" sz="1800">
                <a:solidFill>
                  <a:schemeClr val="lt1"/>
                </a:solidFill>
              </a:rPr>
            </a:br>
            <a:r>
              <a:rPr lang="fr" sz="1800">
                <a:solidFill>
                  <a:schemeClr val="lt1"/>
                </a:solidFill>
              </a:rPr>
              <a:t>logicielle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918300" y="96075"/>
            <a:ext cx="73074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MIA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4">
            <a:alphaModFix/>
          </a:blip>
          <a:srcRect b="0" l="0" r="6050" t="0"/>
          <a:stretch/>
        </p:blipFill>
        <p:spPr>
          <a:xfrm>
            <a:off x="2692925" y="861675"/>
            <a:ext cx="6362814" cy="413487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50" y="2361550"/>
            <a:ext cx="4503749" cy="127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250" y="3756725"/>
            <a:ext cx="4082225" cy="127639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918300" y="427250"/>
            <a:ext cx="73074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Projection vers le futur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4425150" y="3448900"/>
            <a:ext cx="4191000" cy="1381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-"/>
            </a:pPr>
            <a:r>
              <a:rPr lang="fr" sz="1800">
                <a:solidFill>
                  <a:schemeClr val="accent3"/>
                </a:solidFill>
              </a:rPr>
              <a:t>Programmer moteurs</a:t>
            </a:r>
            <a:endParaRPr sz="1800">
              <a:solidFill>
                <a:schemeClr val="accent3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-"/>
            </a:pPr>
            <a:r>
              <a:rPr lang="fr" sz="1800">
                <a:solidFill>
                  <a:schemeClr val="accent3"/>
                </a:solidFill>
              </a:rPr>
              <a:t>Programmer accéléromètre</a:t>
            </a:r>
            <a:endParaRPr sz="1800">
              <a:solidFill>
                <a:schemeClr val="accent3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-"/>
            </a:pPr>
            <a:r>
              <a:rPr lang="fr" sz="1800">
                <a:solidFill>
                  <a:schemeClr val="accent3"/>
                </a:solidFill>
              </a:rPr>
              <a:t>Adapter codes pour driver</a:t>
            </a:r>
            <a:endParaRPr sz="1800">
              <a:solidFill>
                <a:schemeClr val="accent3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-"/>
            </a:pPr>
            <a:r>
              <a:rPr lang="fr" sz="1800">
                <a:solidFill>
                  <a:schemeClr val="accent3"/>
                </a:solidFill>
              </a:rPr>
              <a:t>Améliorer visuel site web joystick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449675" y="1670150"/>
            <a:ext cx="6849600" cy="12093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fr" sz="1800">
                <a:solidFill>
                  <a:schemeClr val="lt1"/>
                </a:solidFill>
              </a:rPr>
              <a:t>Tests déjà réalisés sur driver 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fr" sz="1800">
                <a:solidFill>
                  <a:schemeClr val="lt1"/>
                </a:solidFill>
              </a:rPr>
              <a:t>Base pour code de programmation pour moteurs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fr" sz="1800">
                <a:solidFill>
                  <a:schemeClr val="lt1"/>
                </a:solidFill>
              </a:rPr>
              <a:t>Création, connexion et fonctionnement du site web joystick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2238350" y="1192850"/>
            <a:ext cx="20112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2"/>
                </a:solidFill>
              </a:rPr>
              <a:t>Déjà réalisés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5807150" y="2955600"/>
            <a:ext cx="16296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lt1"/>
                </a:solidFill>
              </a:rPr>
              <a:t>A faire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918300" y="427250"/>
            <a:ext cx="73074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Liste des composants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2030550" y="1858400"/>
            <a:ext cx="5082900" cy="175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-"/>
            </a:pPr>
            <a:r>
              <a:rPr lang="fr" sz="1800">
                <a:solidFill>
                  <a:schemeClr val="accent3"/>
                </a:solidFill>
              </a:rPr>
              <a:t>Moteur 57DMWH115-2440</a:t>
            </a:r>
            <a:endParaRPr sz="1800">
              <a:solidFill>
                <a:schemeClr val="accent3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-"/>
            </a:pPr>
            <a:r>
              <a:rPr lang="fr" sz="1800">
                <a:solidFill>
                  <a:schemeClr val="accent3"/>
                </a:solidFill>
              </a:rPr>
              <a:t>Moteur BLDC</a:t>
            </a:r>
            <a:endParaRPr sz="1800">
              <a:solidFill>
                <a:schemeClr val="accent3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-"/>
            </a:pPr>
            <a:r>
              <a:rPr lang="fr" sz="1800">
                <a:solidFill>
                  <a:schemeClr val="accent3"/>
                </a:solidFill>
              </a:rPr>
              <a:t>Contrôleur de moteur CC sans balais numérique 12V-48VDC Max 15.0A 400W</a:t>
            </a:r>
            <a:endParaRPr sz="1800">
              <a:solidFill>
                <a:schemeClr val="accent3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-"/>
            </a:pPr>
            <a:r>
              <a:rPr lang="fr" sz="1800">
                <a:solidFill>
                  <a:schemeClr val="accent3"/>
                </a:solidFill>
              </a:rPr>
              <a:t>Module 9 dof</a:t>
            </a:r>
            <a:endParaRPr sz="28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918300" y="427250"/>
            <a:ext cx="73074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Conclusion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7375" y="1345238"/>
            <a:ext cx="542925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